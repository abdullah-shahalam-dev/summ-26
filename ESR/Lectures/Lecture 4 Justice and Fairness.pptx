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heme/themeOverride1.xml" ContentType="application/vnd.openxmlformats-officedocument.themeOverr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259" r:id="rId2"/>
    <p:sldId id="268" r:id="rId3"/>
    <p:sldId id="315" r:id="rId4"/>
    <p:sldId id="281" r:id="rId5"/>
    <p:sldId id="277" r:id="rId6"/>
    <p:sldId id="267" r:id="rId7"/>
    <p:sldId id="290" r:id="rId8"/>
    <p:sldId id="318" r:id="rId9"/>
    <p:sldId id="317" r:id="rId10"/>
    <p:sldId id="284" r:id="rId11"/>
    <p:sldId id="319" r:id="rId12"/>
    <p:sldId id="289" r:id="rId13"/>
    <p:sldId id="302" r:id="rId14"/>
    <p:sldId id="303" r:id="rId15"/>
    <p:sldId id="291" r:id="rId16"/>
    <p:sldId id="286" r:id="rId17"/>
    <p:sldId id="287" r:id="rId18"/>
    <p:sldId id="301" r:id="rId19"/>
    <p:sldId id="288" r:id="rId20"/>
    <p:sldId id="292" r:id="rId21"/>
    <p:sldId id="293" r:id="rId22"/>
    <p:sldId id="294" r:id="rId23"/>
    <p:sldId id="295" r:id="rId24"/>
    <p:sldId id="296" r:id="rId25"/>
    <p:sldId id="321" r:id="rId26"/>
    <p:sldId id="298" r:id="rId27"/>
    <p:sldId id="299" r:id="rId28"/>
    <p:sldId id="304" r:id="rId29"/>
    <p:sldId id="305" r:id="rId30"/>
    <p:sldId id="322" r:id="rId31"/>
    <p:sldId id="310" r:id="rId32"/>
    <p:sldId id="311" r:id="rId33"/>
    <p:sldId id="320" r:id="rId3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B10DF405-023A-4393-A8B1-127001A90CE1}">
          <p14:sldIdLst>
            <p14:sldId id="259"/>
            <p14:sldId id="268"/>
            <p14:sldId id="315"/>
            <p14:sldId id="281"/>
            <p14:sldId id="277"/>
            <p14:sldId id="267"/>
            <p14:sldId id="290"/>
            <p14:sldId id="318"/>
            <p14:sldId id="317"/>
            <p14:sldId id="284"/>
            <p14:sldId id="319"/>
            <p14:sldId id="289"/>
            <p14:sldId id="302"/>
            <p14:sldId id="303"/>
            <p14:sldId id="291"/>
            <p14:sldId id="286"/>
            <p14:sldId id="287"/>
            <p14:sldId id="301"/>
            <p14:sldId id="288"/>
            <p14:sldId id="292"/>
            <p14:sldId id="293"/>
            <p14:sldId id="294"/>
            <p14:sldId id="295"/>
            <p14:sldId id="296"/>
            <p14:sldId id="321"/>
            <p14:sldId id="298"/>
            <p14:sldId id="299"/>
            <p14:sldId id="304"/>
            <p14:sldId id="305"/>
            <p14:sldId id="322"/>
            <p14:sldId id="310"/>
            <p14:sldId id="311"/>
            <p14:sldId id="320"/>
          </p14:sldIdLst>
        </p14:section>
      </p14:sectionLst>
    </p:ex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66"/>
    <a:srgbClr val="FFFF66"/>
    <a:srgbClr val="FFFF99"/>
    <a:srgbClr val="497B76"/>
    <a:srgbClr val="4D837D"/>
    <a:srgbClr val="498781"/>
    <a:srgbClr val="497287"/>
    <a:srgbClr val="57854B"/>
    <a:srgbClr val="567A5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6" d="100"/>
          <a:sy n="76" d="100"/>
        </p:scale>
        <p:origin x="-1206" y="1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D981D4E-7733-4EE0-A3DD-F5946818A9BA}" type="datetimeFigureOut">
              <a:rPr lang="en-US" smtClean="0"/>
              <a:pPr/>
              <a:t>8/4/2022</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BEEE0C1-B772-45F8-A3A5-18C4DC298566}" type="slidenum">
              <a:rPr lang="en-US" smtClean="0"/>
              <a:pPr/>
              <a:t>‹#›</a:t>
            </a:fld>
            <a:endParaRPr lang="en-US" dirty="0"/>
          </a:p>
        </p:txBody>
      </p:sp>
    </p:spTree>
    <p:extLst>
      <p:ext uri="{BB962C8B-B14F-4D97-AF65-F5344CB8AC3E}">
        <p14:creationId xmlns:p14="http://schemas.microsoft.com/office/powerpoint/2010/main" val="42173488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BEEE0C1-B772-45F8-A3A5-18C4DC298566}" type="slidenum">
              <a:rPr lang="en-US" smtClean="0"/>
              <a:pPr/>
              <a:t>1</a:t>
            </a:fld>
            <a:endParaRPr lang="en-US" dirty="0"/>
          </a:p>
        </p:txBody>
      </p:sp>
    </p:spTree>
    <p:extLst>
      <p:ext uri="{BB962C8B-B14F-4D97-AF65-F5344CB8AC3E}">
        <p14:creationId xmlns:p14="http://schemas.microsoft.com/office/powerpoint/2010/main" val="10427023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BEEE0C1-B772-45F8-A3A5-18C4DC298566}" type="slidenum">
              <a:rPr lang="en-US" smtClean="0"/>
              <a:pPr/>
              <a:t>2</a:t>
            </a:fld>
            <a:endParaRPr lang="en-US" dirty="0"/>
          </a:p>
        </p:txBody>
      </p:sp>
    </p:spTree>
    <p:extLst>
      <p:ext uri="{BB962C8B-B14F-4D97-AF65-F5344CB8AC3E}">
        <p14:creationId xmlns:p14="http://schemas.microsoft.com/office/powerpoint/2010/main" val="10427023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BEEE0C1-B772-45F8-A3A5-18C4DC298566}" type="slidenum">
              <a:rPr lang="en-US" smtClean="0"/>
              <a:pPr/>
              <a:t>3</a:t>
            </a:fld>
            <a:endParaRPr lang="en-US" dirty="0"/>
          </a:p>
        </p:txBody>
      </p:sp>
    </p:spTree>
    <p:extLst>
      <p:ext uri="{BB962C8B-B14F-4D97-AF65-F5344CB8AC3E}">
        <p14:creationId xmlns:p14="http://schemas.microsoft.com/office/powerpoint/2010/main" val="38915961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BEEE0C1-B772-45F8-A3A5-18C4DC298566}" type="slidenum">
              <a:rPr lang="en-US" smtClean="0"/>
              <a:pPr/>
              <a:t>4</a:t>
            </a:fld>
            <a:endParaRPr lang="en-US" dirty="0"/>
          </a:p>
        </p:txBody>
      </p:sp>
    </p:spTree>
    <p:extLst>
      <p:ext uri="{BB962C8B-B14F-4D97-AF65-F5344CB8AC3E}">
        <p14:creationId xmlns:p14="http://schemas.microsoft.com/office/powerpoint/2010/main" val="38915961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BEEE0C1-B772-45F8-A3A5-18C4DC298566}" type="slidenum">
              <a:rPr lang="en-US" smtClean="0"/>
              <a:pPr/>
              <a:t>5</a:t>
            </a:fld>
            <a:endParaRPr lang="en-US" dirty="0"/>
          </a:p>
        </p:txBody>
      </p:sp>
    </p:spTree>
    <p:extLst>
      <p:ext uri="{BB962C8B-B14F-4D97-AF65-F5344CB8AC3E}">
        <p14:creationId xmlns:p14="http://schemas.microsoft.com/office/powerpoint/2010/main" val="10427023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BEEE0C1-B772-45F8-A3A5-18C4DC298566}" type="slidenum">
              <a:rPr lang="en-US" smtClean="0"/>
              <a:pPr/>
              <a:t>6</a:t>
            </a:fld>
            <a:endParaRPr lang="en-US" dirty="0"/>
          </a:p>
        </p:txBody>
      </p:sp>
    </p:spTree>
    <p:extLst>
      <p:ext uri="{BB962C8B-B14F-4D97-AF65-F5344CB8AC3E}">
        <p14:creationId xmlns:p14="http://schemas.microsoft.com/office/powerpoint/2010/main" val="10427023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BEEE0C1-B772-45F8-A3A5-18C4DC298566}" type="slidenum">
              <a:rPr lang="en-US" smtClean="0">
                <a:solidFill>
                  <a:prstClr val="black"/>
                </a:solidFill>
              </a:rPr>
              <a:pPr/>
              <a:t>7</a:t>
            </a:fld>
            <a:endParaRPr lang="en-US" dirty="0">
              <a:solidFill>
                <a:prstClr val="black"/>
              </a:solidFill>
            </a:endParaRPr>
          </a:p>
        </p:txBody>
      </p:sp>
    </p:spTree>
    <p:extLst>
      <p:ext uri="{BB962C8B-B14F-4D97-AF65-F5344CB8AC3E}">
        <p14:creationId xmlns:p14="http://schemas.microsoft.com/office/powerpoint/2010/main" val="26198778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BEEE0C1-B772-45F8-A3A5-18C4DC298566}" type="slidenum">
              <a:rPr lang="en-US" smtClean="0"/>
              <a:pPr/>
              <a:t>8</a:t>
            </a:fld>
            <a:endParaRPr lang="en-US" dirty="0"/>
          </a:p>
        </p:txBody>
      </p:sp>
    </p:spTree>
    <p:extLst>
      <p:ext uri="{BB962C8B-B14F-4D97-AF65-F5344CB8AC3E}">
        <p14:creationId xmlns:p14="http://schemas.microsoft.com/office/powerpoint/2010/main" val="29578846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BEEE0C1-B772-45F8-A3A5-18C4DC298566}" type="slidenum">
              <a:rPr lang="en-US" smtClean="0"/>
              <a:pPr/>
              <a:t>9</a:t>
            </a:fld>
            <a:endParaRPr lang="en-US" dirty="0"/>
          </a:p>
        </p:txBody>
      </p:sp>
    </p:spTree>
    <p:extLst>
      <p:ext uri="{BB962C8B-B14F-4D97-AF65-F5344CB8AC3E}">
        <p14:creationId xmlns:p14="http://schemas.microsoft.com/office/powerpoint/2010/main" val="29578846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BEEE0C1-B772-45F8-A3A5-18C4DC298566}" type="slidenum">
              <a:rPr lang="en-US" smtClean="0"/>
              <a:pPr/>
              <a:t>10</a:t>
            </a:fld>
            <a:endParaRPr lang="en-US" dirty="0"/>
          </a:p>
        </p:txBody>
      </p:sp>
    </p:spTree>
    <p:extLst>
      <p:ext uri="{BB962C8B-B14F-4D97-AF65-F5344CB8AC3E}">
        <p14:creationId xmlns:p14="http://schemas.microsoft.com/office/powerpoint/2010/main" val="21845798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BEEE0C1-B772-45F8-A3A5-18C4DC298566}" type="slidenum">
              <a:rPr lang="en-US" smtClean="0"/>
              <a:pPr/>
              <a:t>11</a:t>
            </a:fld>
            <a:endParaRPr lang="en-US" dirty="0"/>
          </a:p>
        </p:txBody>
      </p:sp>
    </p:spTree>
    <p:extLst>
      <p:ext uri="{BB962C8B-B14F-4D97-AF65-F5344CB8AC3E}">
        <p14:creationId xmlns:p14="http://schemas.microsoft.com/office/powerpoint/2010/main" val="21845798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BEEE0C1-B772-45F8-A3A5-18C4DC298566}" type="slidenum">
              <a:rPr lang="en-US" smtClean="0"/>
              <a:pPr/>
              <a:t>12</a:t>
            </a:fld>
            <a:endParaRPr lang="en-US" dirty="0"/>
          </a:p>
        </p:txBody>
      </p:sp>
    </p:spTree>
    <p:extLst>
      <p:ext uri="{BB962C8B-B14F-4D97-AF65-F5344CB8AC3E}">
        <p14:creationId xmlns:p14="http://schemas.microsoft.com/office/powerpoint/2010/main" val="24958001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BEEE0C1-B772-45F8-A3A5-18C4DC298566}" type="slidenum">
              <a:rPr lang="en-US" smtClean="0"/>
              <a:pPr/>
              <a:t>13</a:t>
            </a:fld>
            <a:endParaRPr lang="en-US" dirty="0"/>
          </a:p>
        </p:txBody>
      </p:sp>
    </p:spTree>
    <p:extLst>
      <p:ext uri="{BB962C8B-B14F-4D97-AF65-F5344CB8AC3E}">
        <p14:creationId xmlns:p14="http://schemas.microsoft.com/office/powerpoint/2010/main" val="24958001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BEEE0C1-B772-45F8-A3A5-18C4DC298566}" type="slidenum">
              <a:rPr lang="en-US" smtClean="0"/>
              <a:pPr/>
              <a:t>14</a:t>
            </a:fld>
            <a:endParaRPr lang="en-US" dirty="0"/>
          </a:p>
        </p:txBody>
      </p:sp>
    </p:spTree>
    <p:extLst>
      <p:ext uri="{BB962C8B-B14F-4D97-AF65-F5344CB8AC3E}">
        <p14:creationId xmlns:p14="http://schemas.microsoft.com/office/powerpoint/2010/main" val="24958001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BEEE0C1-B772-45F8-A3A5-18C4DC298566}" type="slidenum">
              <a:rPr lang="en-US" smtClean="0"/>
              <a:pPr/>
              <a:t>15</a:t>
            </a:fld>
            <a:endParaRPr lang="en-US" dirty="0"/>
          </a:p>
        </p:txBody>
      </p:sp>
    </p:spTree>
    <p:extLst>
      <p:ext uri="{BB962C8B-B14F-4D97-AF65-F5344CB8AC3E}">
        <p14:creationId xmlns:p14="http://schemas.microsoft.com/office/powerpoint/2010/main" val="24958001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BEEE0C1-B772-45F8-A3A5-18C4DC298566}" type="slidenum">
              <a:rPr lang="en-US" smtClean="0"/>
              <a:pPr/>
              <a:t>16</a:t>
            </a:fld>
            <a:endParaRPr lang="en-US" dirty="0"/>
          </a:p>
        </p:txBody>
      </p:sp>
    </p:spTree>
    <p:extLst>
      <p:ext uri="{BB962C8B-B14F-4D97-AF65-F5344CB8AC3E}">
        <p14:creationId xmlns:p14="http://schemas.microsoft.com/office/powerpoint/2010/main" val="582237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BEEE0C1-B772-45F8-A3A5-18C4DC298566}" type="slidenum">
              <a:rPr lang="en-US" smtClean="0"/>
              <a:pPr/>
              <a:t>17</a:t>
            </a:fld>
            <a:endParaRPr lang="en-US" dirty="0"/>
          </a:p>
        </p:txBody>
      </p:sp>
    </p:spTree>
    <p:extLst>
      <p:ext uri="{BB962C8B-B14F-4D97-AF65-F5344CB8AC3E}">
        <p14:creationId xmlns:p14="http://schemas.microsoft.com/office/powerpoint/2010/main" val="945477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BEEE0C1-B772-45F8-A3A5-18C4DC298566}" type="slidenum">
              <a:rPr lang="en-US" smtClean="0"/>
              <a:pPr/>
              <a:t>18</a:t>
            </a:fld>
            <a:endParaRPr lang="en-US" dirty="0"/>
          </a:p>
        </p:txBody>
      </p:sp>
    </p:spTree>
    <p:extLst>
      <p:ext uri="{BB962C8B-B14F-4D97-AF65-F5344CB8AC3E}">
        <p14:creationId xmlns:p14="http://schemas.microsoft.com/office/powerpoint/2010/main" val="945477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BEEE0C1-B772-45F8-A3A5-18C4DC298566}" type="slidenum">
              <a:rPr lang="en-US" smtClean="0"/>
              <a:pPr/>
              <a:t>19</a:t>
            </a:fld>
            <a:endParaRPr lang="en-US" dirty="0"/>
          </a:p>
        </p:txBody>
      </p:sp>
    </p:spTree>
    <p:extLst>
      <p:ext uri="{BB962C8B-B14F-4D97-AF65-F5344CB8AC3E}">
        <p14:creationId xmlns:p14="http://schemas.microsoft.com/office/powerpoint/2010/main" val="152393879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BEEE0C1-B772-45F8-A3A5-18C4DC298566}" type="slidenum">
              <a:rPr lang="en-US" smtClean="0"/>
              <a:pPr/>
              <a:t>20</a:t>
            </a:fld>
            <a:endParaRPr lang="en-US" dirty="0"/>
          </a:p>
        </p:txBody>
      </p:sp>
    </p:spTree>
    <p:extLst>
      <p:ext uri="{BB962C8B-B14F-4D97-AF65-F5344CB8AC3E}">
        <p14:creationId xmlns:p14="http://schemas.microsoft.com/office/powerpoint/2010/main" val="104270235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BEEE0C1-B772-45F8-A3A5-18C4DC298566}" type="slidenum">
              <a:rPr lang="en-US" smtClean="0"/>
              <a:pPr/>
              <a:t>21</a:t>
            </a:fld>
            <a:endParaRPr lang="en-US" dirty="0"/>
          </a:p>
        </p:txBody>
      </p:sp>
    </p:spTree>
    <p:extLst>
      <p:ext uri="{BB962C8B-B14F-4D97-AF65-F5344CB8AC3E}">
        <p14:creationId xmlns:p14="http://schemas.microsoft.com/office/powerpoint/2010/main" val="9454776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BEEE0C1-B772-45F8-A3A5-18C4DC298566}" type="slidenum">
              <a:rPr lang="en-US" smtClean="0"/>
              <a:pPr/>
              <a:t>22</a:t>
            </a:fld>
            <a:endParaRPr lang="en-US" dirty="0"/>
          </a:p>
        </p:txBody>
      </p:sp>
    </p:spTree>
    <p:extLst>
      <p:ext uri="{BB962C8B-B14F-4D97-AF65-F5344CB8AC3E}">
        <p14:creationId xmlns:p14="http://schemas.microsoft.com/office/powerpoint/2010/main" val="9454776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BEEE0C1-B772-45F8-A3A5-18C4DC298566}" type="slidenum">
              <a:rPr lang="en-US" smtClean="0"/>
              <a:pPr/>
              <a:t>23</a:t>
            </a:fld>
            <a:endParaRPr lang="en-US" dirty="0"/>
          </a:p>
        </p:txBody>
      </p:sp>
    </p:spTree>
    <p:extLst>
      <p:ext uri="{BB962C8B-B14F-4D97-AF65-F5344CB8AC3E}">
        <p14:creationId xmlns:p14="http://schemas.microsoft.com/office/powerpoint/2010/main" val="9454776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BEEE0C1-B772-45F8-A3A5-18C4DC298566}" type="slidenum">
              <a:rPr lang="en-US" smtClean="0"/>
              <a:pPr/>
              <a:t>24</a:t>
            </a:fld>
            <a:endParaRPr lang="en-US" dirty="0"/>
          </a:p>
        </p:txBody>
      </p:sp>
    </p:spTree>
    <p:extLst>
      <p:ext uri="{BB962C8B-B14F-4D97-AF65-F5344CB8AC3E}">
        <p14:creationId xmlns:p14="http://schemas.microsoft.com/office/powerpoint/2010/main" val="9454776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BEEE0C1-B772-45F8-A3A5-18C4DC298566}" type="slidenum">
              <a:rPr lang="en-US" smtClean="0"/>
              <a:pPr/>
              <a:t>25</a:t>
            </a:fld>
            <a:endParaRPr lang="en-US" dirty="0"/>
          </a:p>
        </p:txBody>
      </p:sp>
    </p:spTree>
    <p:extLst>
      <p:ext uri="{BB962C8B-B14F-4D97-AF65-F5344CB8AC3E}">
        <p14:creationId xmlns:p14="http://schemas.microsoft.com/office/powerpoint/2010/main" val="295788464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BEEE0C1-B772-45F8-A3A5-18C4DC298566}" type="slidenum">
              <a:rPr lang="en-US" smtClean="0"/>
              <a:pPr/>
              <a:t>26</a:t>
            </a:fld>
            <a:endParaRPr lang="en-US" dirty="0"/>
          </a:p>
        </p:txBody>
      </p:sp>
    </p:spTree>
    <p:extLst>
      <p:ext uri="{BB962C8B-B14F-4D97-AF65-F5344CB8AC3E}">
        <p14:creationId xmlns:p14="http://schemas.microsoft.com/office/powerpoint/2010/main" val="9454776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BEEE0C1-B772-45F8-A3A5-18C4DC298566}" type="slidenum">
              <a:rPr lang="en-US" smtClean="0"/>
              <a:pPr/>
              <a:t>27</a:t>
            </a:fld>
            <a:endParaRPr lang="en-US" dirty="0"/>
          </a:p>
        </p:txBody>
      </p:sp>
    </p:spTree>
    <p:extLst>
      <p:ext uri="{BB962C8B-B14F-4D97-AF65-F5344CB8AC3E}">
        <p14:creationId xmlns:p14="http://schemas.microsoft.com/office/powerpoint/2010/main" val="9454776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BEEE0C1-B772-45F8-A3A5-18C4DC298566}" type="slidenum">
              <a:rPr lang="en-US" smtClean="0"/>
              <a:pPr/>
              <a:t>28</a:t>
            </a:fld>
            <a:endParaRPr lang="en-US" dirty="0"/>
          </a:p>
        </p:txBody>
      </p:sp>
    </p:spTree>
    <p:extLst>
      <p:ext uri="{BB962C8B-B14F-4D97-AF65-F5344CB8AC3E}">
        <p14:creationId xmlns:p14="http://schemas.microsoft.com/office/powerpoint/2010/main" val="2658995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BEEE0C1-B772-45F8-A3A5-18C4DC298566}" type="slidenum">
              <a:rPr lang="en-US" smtClean="0"/>
              <a:pPr/>
              <a:t>29</a:t>
            </a:fld>
            <a:endParaRPr lang="en-US" dirty="0"/>
          </a:p>
        </p:txBody>
      </p:sp>
    </p:spTree>
    <p:extLst>
      <p:ext uri="{BB962C8B-B14F-4D97-AF65-F5344CB8AC3E}">
        <p14:creationId xmlns:p14="http://schemas.microsoft.com/office/powerpoint/2010/main" val="417807413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BEEE0C1-B772-45F8-A3A5-18C4DC298566}" type="slidenum">
              <a:rPr lang="en-US" smtClean="0"/>
              <a:pPr/>
              <a:t>30</a:t>
            </a:fld>
            <a:endParaRPr lang="en-US" dirty="0"/>
          </a:p>
        </p:txBody>
      </p:sp>
    </p:spTree>
    <p:extLst>
      <p:ext uri="{BB962C8B-B14F-4D97-AF65-F5344CB8AC3E}">
        <p14:creationId xmlns:p14="http://schemas.microsoft.com/office/powerpoint/2010/main" val="71974460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BEEE0C1-B772-45F8-A3A5-18C4DC298566}" type="slidenum">
              <a:rPr lang="en-US" smtClean="0"/>
              <a:pPr/>
              <a:t>31</a:t>
            </a:fld>
            <a:endParaRPr lang="en-US" dirty="0"/>
          </a:p>
        </p:txBody>
      </p:sp>
    </p:spTree>
    <p:extLst>
      <p:ext uri="{BB962C8B-B14F-4D97-AF65-F5344CB8AC3E}">
        <p14:creationId xmlns:p14="http://schemas.microsoft.com/office/powerpoint/2010/main" val="367901230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BEEE0C1-B772-45F8-A3A5-18C4DC298566}" type="slidenum">
              <a:rPr lang="en-US" smtClean="0"/>
              <a:pPr/>
              <a:t>32</a:t>
            </a:fld>
            <a:endParaRPr lang="en-US" dirty="0"/>
          </a:p>
        </p:txBody>
      </p:sp>
    </p:spTree>
    <p:extLst>
      <p:ext uri="{BB962C8B-B14F-4D97-AF65-F5344CB8AC3E}">
        <p14:creationId xmlns:p14="http://schemas.microsoft.com/office/powerpoint/2010/main" val="62606059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BEEE0C1-B772-45F8-A3A5-18C4DC298566}" type="slidenum">
              <a:rPr lang="en-US" smtClean="0"/>
              <a:pPr/>
              <a:t>33</a:t>
            </a:fld>
            <a:endParaRPr lang="en-US" dirty="0"/>
          </a:p>
        </p:txBody>
      </p:sp>
    </p:spTree>
    <p:extLst>
      <p:ext uri="{BB962C8B-B14F-4D97-AF65-F5344CB8AC3E}">
        <p14:creationId xmlns:p14="http://schemas.microsoft.com/office/powerpoint/2010/main" val="19163817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41F1591-7054-4251-AF06-BDE604ED0E91}" type="datetime1">
              <a:rPr lang="en-US" smtClean="0"/>
              <a:pPr/>
              <a:t>8/4/2022</a:t>
            </a:fld>
            <a:endParaRPr lang="en-US" dirty="0"/>
          </a:p>
        </p:txBody>
      </p:sp>
      <p:sp>
        <p:nvSpPr>
          <p:cNvPr id="5" name="Footer Placeholder 4"/>
          <p:cNvSpPr>
            <a:spLocks noGrp="1"/>
          </p:cNvSpPr>
          <p:nvPr>
            <p:ph type="ftr" sz="quarter" idx="11"/>
          </p:nvPr>
        </p:nvSpPr>
        <p:spPr/>
        <p:txBody>
          <a:bodyPr/>
          <a:lstStyle/>
          <a:p>
            <a:r>
              <a:rPr lang="en-US" dirty="0" smtClean="0"/>
              <a:t>© 2013 Cengage Learning. All Rights Reserved. </a:t>
            </a:r>
            <a:endParaRPr lang="en-US" dirty="0"/>
          </a:p>
        </p:txBody>
      </p:sp>
      <p:sp>
        <p:nvSpPr>
          <p:cNvPr id="6" name="Slide Number Placeholder 5"/>
          <p:cNvSpPr>
            <a:spLocks noGrp="1"/>
          </p:cNvSpPr>
          <p:nvPr>
            <p:ph type="sldNum" sz="quarter" idx="12"/>
          </p:nvPr>
        </p:nvSpPr>
        <p:spPr/>
        <p:txBody>
          <a:bodyPr/>
          <a:lstStyle/>
          <a:p>
            <a:fld id="{2A7F9223-B69B-4AA9-B6C4-9B69EF94F2BD}" type="slidenum">
              <a:rPr lang="en-US" smtClean="0"/>
              <a:pPr/>
              <a:t>‹#›</a:t>
            </a:fld>
            <a:endParaRPr lang="en-US" dirty="0"/>
          </a:p>
        </p:txBody>
      </p:sp>
    </p:spTree>
    <p:extLst>
      <p:ext uri="{BB962C8B-B14F-4D97-AF65-F5344CB8AC3E}">
        <p14:creationId xmlns:p14="http://schemas.microsoft.com/office/powerpoint/2010/main" val="8624540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F6C6307-506C-44D1-B425-D8CF5D1B3725}" type="datetime1">
              <a:rPr lang="en-US" smtClean="0"/>
              <a:pPr/>
              <a:t>8/4/2022</a:t>
            </a:fld>
            <a:endParaRPr lang="en-US" dirty="0"/>
          </a:p>
        </p:txBody>
      </p:sp>
      <p:sp>
        <p:nvSpPr>
          <p:cNvPr id="5" name="Footer Placeholder 4"/>
          <p:cNvSpPr>
            <a:spLocks noGrp="1"/>
          </p:cNvSpPr>
          <p:nvPr>
            <p:ph type="ftr" sz="quarter" idx="11"/>
          </p:nvPr>
        </p:nvSpPr>
        <p:spPr/>
        <p:txBody>
          <a:bodyPr/>
          <a:lstStyle/>
          <a:p>
            <a:r>
              <a:rPr lang="en-US" dirty="0" smtClean="0"/>
              <a:t>© 2013 Cengage Learning. All Rights Reserved. </a:t>
            </a:r>
            <a:endParaRPr lang="en-US" dirty="0"/>
          </a:p>
        </p:txBody>
      </p:sp>
      <p:sp>
        <p:nvSpPr>
          <p:cNvPr id="6" name="Slide Number Placeholder 5"/>
          <p:cNvSpPr>
            <a:spLocks noGrp="1"/>
          </p:cNvSpPr>
          <p:nvPr>
            <p:ph type="sldNum" sz="quarter" idx="12"/>
          </p:nvPr>
        </p:nvSpPr>
        <p:spPr/>
        <p:txBody>
          <a:bodyPr/>
          <a:lstStyle/>
          <a:p>
            <a:fld id="{2A7F9223-B69B-4AA9-B6C4-9B69EF94F2BD}" type="slidenum">
              <a:rPr lang="en-US" smtClean="0"/>
              <a:pPr/>
              <a:t>‹#›</a:t>
            </a:fld>
            <a:endParaRPr lang="en-US" dirty="0"/>
          </a:p>
        </p:txBody>
      </p:sp>
    </p:spTree>
    <p:extLst>
      <p:ext uri="{BB962C8B-B14F-4D97-AF65-F5344CB8AC3E}">
        <p14:creationId xmlns:p14="http://schemas.microsoft.com/office/powerpoint/2010/main" val="484117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DBD2A05-ECF6-4F6E-B5D9-DF1E5CEFE030}" type="datetime1">
              <a:rPr lang="en-US" smtClean="0"/>
              <a:pPr/>
              <a:t>8/4/2022</a:t>
            </a:fld>
            <a:endParaRPr lang="en-US" dirty="0"/>
          </a:p>
        </p:txBody>
      </p:sp>
      <p:sp>
        <p:nvSpPr>
          <p:cNvPr id="5" name="Footer Placeholder 4"/>
          <p:cNvSpPr>
            <a:spLocks noGrp="1"/>
          </p:cNvSpPr>
          <p:nvPr>
            <p:ph type="ftr" sz="quarter" idx="11"/>
          </p:nvPr>
        </p:nvSpPr>
        <p:spPr/>
        <p:txBody>
          <a:bodyPr/>
          <a:lstStyle/>
          <a:p>
            <a:r>
              <a:rPr lang="en-US" dirty="0" smtClean="0"/>
              <a:t>© 2013 Cengage Learning. All Rights Reserved. </a:t>
            </a:r>
            <a:endParaRPr lang="en-US" dirty="0"/>
          </a:p>
        </p:txBody>
      </p:sp>
      <p:sp>
        <p:nvSpPr>
          <p:cNvPr id="6" name="Slide Number Placeholder 5"/>
          <p:cNvSpPr>
            <a:spLocks noGrp="1"/>
          </p:cNvSpPr>
          <p:nvPr>
            <p:ph type="sldNum" sz="quarter" idx="12"/>
          </p:nvPr>
        </p:nvSpPr>
        <p:spPr/>
        <p:txBody>
          <a:bodyPr/>
          <a:lstStyle/>
          <a:p>
            <a:fld id="{2A7F9223-B69B-4AA9-B6C4-9B69EF94F2BD}" type="slidenum">
              <a:rPr lang="en-US" smtClean="0"/>
              <a:pPr/>
              <a:t>‹#›</a:t>
            </a:fld>
            <a:endParaRPr lang="en-US" dirty="0"/>
          </a:p>
        </p:txBody>
      </p:sp>
      <p:sp>
        <p:nvSpPr>
          <p:cNvPr id="7" name="Footer Placeholder 6"/>
          <p:cNvSpPr txBox="1">
            <a:spLocks/>
          </p:cNvSpPr>
          <p:nvPr userDrawn="1"/>
        </p:nvSpPr>
        <p:spPr>
          <a:xfrm>
            <a:off x="34636" y="6626945"/>
            <a:ext cx="2860964" cy="24938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800" b="1" dirty="0" smtClean="0">
                <a:solidFill>
                  <a:schemeClr val="bg1"/>
                </a:solidFill>
              </a:rPr>
              <a:t>© 2013 Cengage Learning. All Rights Reserved. </a:t>
            </a:r>
            <a:endParaRPr lang="en-US" sz="800" b="1" dirty="0">
              <a:solidFill>
                <a:schemeClr val="bg1"/>
              </a:solidFill>
            </a:endParaRPr>
          </a:p>
        </p:txBody>
      </p:sp>
    </p:spTree>
    <p:extLst>
      <p:ext uri="{BB962C8B-B14F-4D97-AF65-F5344CB8AC3E}">
        <p14:creationId xmlns:p14="http://schemas.microsoft.com/office/powerpoint/2010/main" val="23551206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24ADEE1-12DA-4DDC-BB1C-ED2D0680A64D}" type="datetime1">
              <a:rPr lang="en-US" smtClean="0"/>
              <a:pPr/>
              <a:t>8/4/2022</a:t>
            </a:fld>
            <a:endParaRPr lang="en-US" dirty="0"/>
          </a:p>
        </p:txBody>
      </p:sp>
      <p:sp>
        <p:nvSpPr>
          <p:cNvPr id="6" name="Footer Placeholder 5"/>
          <p:cNvSpPr>
            <a:spLocks noGrp="1"/>
          </p:cNvSpPr>
          <p:nvPr>
            <p:ph type="ftr" sz="quarter" idx="11"/>
          </p:nvPr>
        </p:nvSpPr>
        <p:spPr/>
        <p:txBody>
          <a:bodyPr/>
          <a:lstStyle/>
          <a:p>
            <a:r>
              <a:rPr lang="en-US" dirty="0" smtClean="0"/>
              <a:t>© 2013 Cengage Learning. All Rights Reserved. </a:t>
            </a:r>
            <a:endParaRPr lang="en-US" dirty="0"/>
          </a:p>
        </p:txBody>
      </p:sp>
      <p:sp>
        <p:nvSpPr>
          <p:cNvPr id="7" name="Slide Number Placeholder 6"/>
          <p:cNvSpPr>
            <a:spLocks noGrp="1"/>
          </p:cNvSpPr>
          <p:nvPr>
            <p:ph type="sldNum" sz="quarter" idx="12"/>
          </p:nvPr>
        </p:nvSpPr>
        <p:spPr/>
        <p:txBody>
          <a:bodyPr/>
          <a:lstStyle/>
          <a:p>
            <a:fld id="{2A7F9223-B69B-4AA9-B6C4-9B69EF94F2BD}" type="slidenum">
              <a:rPr lang="en-US" smtClean="0"/>
              <a:pPr/>
              <a:t>‹#›</a:t>
            </a:fld>
            <a:endParaRPr lang="en-US" dirty="0"/>
          </a:p>
        </p:txBody>
      </p:sp>
    </p:spTree>
    <p:extLst>
      <p:ext uri="{BB962C8B-B14F-4D97-AF65-F5344CB8AC3E}">
        <p14:creationId xmlns:p14="http://schemas.microsoft.com/office/powerpoint/2010/main" val="6975738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4FEDB34F-C7E8-4449-9F77-792E20ABE530}" type="datetime1">
              <a:rPr lang="en-US" smtClean="0"/>
              <a:pPr/>
              <a:t>8/4/2022</a:t>
            </a:fld>
            <a:endParaRPr lang="en-US" dirty="0"/>
          </a:p>
        </p:txBody>
      </p:sp>
      <p:sp>
        <p:nvSpPr>
          <p:cNvPr id="8" name="Footer Placeholder 7"/>
          <p:cNvSpPr>
            <a:spLocks noGrp="1"/>
          </p:cNvSpPr>
          <p:nvPr>
            <p:ph type="ftr" sz="quarter" idx="11"/>
          </p:nvPr>
        </p:nvSpPr>
        <p:spPr/>
        <p:txBody>
          <a:bodyPr/>
          <a:lstStyle/>
          <a:p>
            <a:r>
              <a:rPr lang="en-US" dirty="0" smtClean="0"/>
              <a:t>© 2013 Cengage Learning. All Rights Reserved. </a:t>
            </a:r>
            <a:endParaRPr lang="en-US" dirty="0"/>
          </a:p>
        </p:txBody>
      </p:sp>
      <p:sp>
        <p:nvSpPr>
          <p:cNvPr id="9" name="Slide Number Placeholder 8"/>
          <p:cNvSpPr>
            <a:spLocks noGrp="1"/>
          </p:cNvSpPr>
          <p:nvPr>
            <p:ph type="sldNum" sz="quarter" idx="12"/>
          </p:nvPr>
        </p:nvSpPr>
        <p:spPr/>
        <p:txBody>
          <a:bodyPr/>
          <a:lstStyle/>
          <a:p>
            <a:fld id="{2A7F9223-B69B-4AA9-B6C4-9B69EF94F2BD}" type="slidenum">
              <a:rPr lang="en-US" smtClean="0"/>
              <a:pPr/>
              <a:t>‹#›</a:t>
            </a:fld>
            <a:endParaRPr lang="en-US" dirty="0"/>
          </a:p>
        </p:txBody>
      </p:sp>
    </p:spTree>
    <p:extLst>
      <p:ext uri="{BB962C8B-B14F-4D97-AF65-F5344CB8AC3E}">
        <p14:creationId xmlns:p14="http://schemas.microsoft.com/office/powerpoint/2010/main" val="24484455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EB8F94D-C73D-4AA4-BBFB-031C17E822D3}" type="datetime1">
              <a:rPr lang="en-US" smtClean="0"/>
              <a:pPr/>
              <a:t>8/4/2022</a:t>
            </a:fld>
            <a:endParaRPr lang="en-US" dirty="0"/>
          </a:p>
        </p:txBody>
      </p:sp>
      <p:sp>
        <p:nvSpPr>
          <p:cNvPr id="4" name="Footer Placeholder 3"/>
          <p:cNvSpPr>
            <a:spLocks noGrp="1"/>
          </p:cNvSpPr>
          <p:nvPr>
            <p:ph type="ftr" sz="quarter" idx="11"/>
          </p:nvPr>
        </p:nvSpPr>
        <p:spPr/>
        <p:txBody>
          <a:bodyPr/>
          <a:lstStyle/>
          <a:p>
            <a:r>
              <a:rPr lang="en-US" dirty="0" smtClean="0"/>
              <a:t>© 2013 Cengage Learning. All Rights Reserved. </a:t>
            </a:r>
            <a:endParaRPr lang="en-US" dirty="0"/>
          </a:p>
        </p:txBody>
      </p:sp>
      <p:sp>
        <p:nvSpPr>
          <p:cNvPr id="5" name="Slide Number Placeholder 4"/>
          <p:cNvSpPr>
            <a:spLocks noGrp="1"/>
          </p:cNvSpPr>
          <p:nvPr>
            <p:ph type="sldNum" sz="quarter" idx="12"/>
          </p:nvPr>
        </p:nvSpPr>
        <p:spPr/>
        <p:txBody>
          <a:bodyPr/>
          <a:lstStyle/>
          <a:p>
            <a:fld id="{2A7F9223-B69B-4AA9-B6C4-9B69EF94F2BD}" type="slidenum">
              <a:rPr lang="en-US" smtClean="0"/>
              <a:pPr/>
              <a:t>‹#›</a:t>
            </a:fld>
            <a:endParaRPr lang="en-US" dirty="0"/>
          </a:p>
        </p:txBody>
      </p:sp>
    </p:spTree>
    <p:extLst>
      <p:ext uri="{BB962C8B-B14F-4D97-AF65-F5344CB8AC3E}">
        <p14:creationId xmlns:p14="http://schemas.microsoft.com/office/powerpoint/2010/main" val="31768283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C1C93C2-407B-4D0F-B104-EC60AD587BAF}" type="datetime1">
              <a:rPr lang="en-US" smtClean="0"/>
              <a:pPr/>
              <a:t>8/4/2022</a:t>
            </a:fld>
            <a:endParaRPr lang="en-US" dirty="0"/>
          </a:p>
        </p:txBody>
      </p:sp>
      <p:sp>
        <p:nvSpPr>
          <p:cNvPr id="3" name="Footer Placeholder 2"/>
          <p:cNvSpPr>
            <a:spLocks noGrp="1"/>
          </p:cNvSpPr>
          <p:nvPr>
            <p:ph type="ftr" sz="quarter" idx="11"/>
          </p:nvPr>
        </p:nvSpPr>
        <p:spPr/>
        <p:txBody>
          <a:bodyPr/>
          <a:lstStyle/>
          <a:p>
            <a:r>
              <a:rPr lang="en-US" dirty="0" smtClean="0"/>
              <a:t>© 2013 Cengage Learning. All Rights Reserved. </a:t>
            </a:r>
            <a:endParaRPr lang="en-US" dirty="0"/>
          </a:p>
        </p:txBody>
      </p:sp>
      <p:sp>
        <p:nvSpPr>
          <p:cNvPr id="4" name="Slide Number Placeholder 3"/>
          <p:cNvSpPr>
            <a:spLocks noGrp="1"/>
          </p:cNvSpPr>
          <p:nvPr>
            <p:ph type="sldNum" sz="quarter" idx="12"/>
          </p:nvPr>
        </p:nvSpPr>
        <p:spPr/>
        <p:txBody>
          <a:bodyPr/>
          <a:lstStyle/>
          <a:p>
            <a:fld id="{2A7F9223-B69B-4AA9-B6C4-9B69EF94F2BD}" type="slidenum">
              <a:rPr lang="en-US" smtClean="0"/>
              <a:pPr/>
              <a:t>‹#›</a:t>
            </a:fld>
            <a:endParaRPr lang="en-US" dirty="0"/>
          </a:p>
        </p:txBody>
      </p:sp>
    </p:spTree>
    <p:extLst>
      <p:ext uri="{BB962C8B-B14F-4D97-AF65-F5344CB8AC3E}">
        <p14:creationId xmlns:p14="http://schemas.microsoft.com/office/powerpoint/2010/main" val="4624334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603C909-6A45-4FCA-A42B-39AE6373DC4A}" type="datetime1">
              <a:rPr lang="en-US" smtClean="0"/>
              <a:pPr/>
              <a:t>8/4/2022</a:t>
            </a:fld>
            <a:endParaRPr lang="en-US" dirty="0"/>
          </a:p>
        </p:txBody>
      </p:sp>
      <p:sp>
        <p:nvSpPr>
          <p:cNvPr id="6" name="Footer Placeholder 5"/>
          <p:cNvSpPr>
            <a:spLocks noGrp="1"/>
          </p:cNvSpPr>
          <p:nvPr>
            <p:ph type="ftr" sz="quarter" idx="11"/>
          </p:nvPr>
        </p:nvSpPr>
        <p:spPr/>
        <p:txBody>
          <a:bodyPr/>
          <a:lstStyle/>
          <a:p>
            <a:r>
              <a:rPr lang="en-US" dirty="0" smtClean="0"/>
              <a:t>© 2013 Cengage Learning. All Rights Reserved. </a:t>
            </a:r>
            <a:endParaRPr lang="en-US" dirty="0"/>
          </a:p>
        </p:txBody>
      </p:sp>
      <p:sp>
        <p:nvSpPr>
          <p:cNvPr id="7" name="Slide Number Placeholder 6"/>
          <p:cNvSpPr>
            <a:spLocks noGrp="1"/>
          </p:cNvSpPr>
          <p:nvPr>
            <p:ph type="sldNum" sz="quarter" idx="12"/>
          </p:nvPr>
        </p:nvSpPr>
        <p:spPr/>
        <p:txBody>
          <a:bodyPr/>
          <a:lstStyle/>
          <a:p>
            <a:fld id="{2A7F9223-B69B-4AA9-B6C4-9B69EF94F2BD}" type="slidenum">
              <a:rPr lang="en-US" smtClean="0"/>
              <a:pPr/>
              <a:t>‹#›</a:t>
            </a:fld>
            <a:endParaRPr lang="en-US" dirty="0"/>
          </a:p>
        </p:txBody>
      </p:sp>
    </p:spTree>
    <p:extLst>
      <p:ext uri="{BB962C8B-B14F-4D97-AF65-F5344CB8AC3E}">
        <p14:creationId xmlns:p14="http://schemas.microsoft.com/office/powerpoint/2010/main" val="477213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834B76F-0D32-4D0F-8B06-5841096B291A}" type="datetime1">
              <a:rPr lang="en-US" smtClean="0"/>
              <a:pPr/>
              <a:t>8/4/2022</a:t>
            </a:fld>
            <a:endParaRPr lang="en-US" dirty="0"/>
          </a:p>
        </p:txBody>
      </p:sp>
      <p:sp>
        <p:nvSpPr>
          <p:cNvPr id="6" name="Footer Placeholder 5"/>
          <p:cNvSpPr>
            <a:spLocks noGrp="1"/>
          </p:cNvSpPr>
          <p:nvPr>
            <p:ph type="ftr" sz="quarter" idx="11"/>
          </p:nvPr>
        </p:nvSpPr>
        <p:spPr/>
        <p:txBody>
          <a:bodyPr/>
          <a:lstStyle/>
          <a:p>
            <a:r>
              <a:rPr lang="en-US" dirty="0" smtClean="0"/>
              <a:t>© 2013 Cengage Learning. All Rights Reserved. </a:t>
            </a:r>
            <a:endParaRPr lang="en-US" dirty="0"/>
          </a:p>
        </p:txBody>
      </p:sp>
      <p:sp>
        <p:nvSpPr>
          <p:cNvPr id="7" name="Slide Number Placeholder 6"/>
          <p:cNvSpPr>
            <a:spLocks noGrp="1"/>
          </p:cNvSpPr>
          <p:nvPr>
            <p:ph type="sldNum" sz="quarter" idx="12"/>
          </p:nvPr>
        </p:nvSpPr>
        <p:spPr/>
        <p:txBody>
          <a:bodyPr/>
          <a:lstStyle/>
          <a:p>
            <a:fld id="{2A7F9223-B69B-4AA9-B6C4-9B69EF94F2BD}" type="slidenum">
              <a:rPr lang="en-US" smtClean="0"/>
              <a:pPr/>
              <a:t>‹#›</a:t>
            </a:fld>
            <a:endParaRPr lang="en-US" dirty="0"/>
          </a:p>
        </p:txBody>
      </p:sp>
    </p:spTree>
    <p:extLst>
      <p:ext uri="{BB962C8B-B14F-4D97-AF65-F5344CB8AC3E}">
        <p14:creationId xmlns:p14="http://schemas.microsoft.com/office/powerpoint/2010/main" val="42075293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4A9ACC3-1D3E-4701-AD66-77C5796A5AD8}" type="datetime1">
              <a:rPr lang="en-US" smtClean="0"/>
              <a:pPr/>
              <a:t>8/4/2022</a:t>
            </a:fld>
            <a:endParaRPr lang="en-US" dirty="0"/>
          </a:p>
        </p:txBody>
      </p:sp>
      <p:sp>
        <p:nvSpPr>
          <p:cNvPr id="5" name="Footer Placeholder 4"/>
          <p:cNvSpPr>
            <a:spLocks noGrp="1"/>
          </p:cNvSpPr>
          <p:nvPr>
            <p:ph type="ftr" sz="quarter" idx="11"/>
          </p:nvPr>
        </p:nvSpPr>
        <p:spPr/>
        <p:txBody>
          <a:bodyPr/>
          <a:lstStyle/>
          <a:p>
            <a:r>
              <a:rPr lang="en-US" dirty="0" smtClean="0"/>
              <a:t>© 2013 Cengage Learning. All Rights Reserved. </a:t>
            </a:r>
            <a:endParaRPr lang="en-US" dirty="0"/>
          </a:p>
        </p:txBody>
      </p:sp>
      <p:sp>
        <p:nvSpPr>
          <p:cNvPr id="6" name="Slide Number Placeholder 5"/>
          <p:cNvSpPr>
            <a:spLocks noGrp="1"/>
          </p:cNvSpPr>
          <p:nvPr>
            <p:ph type="sldNum" sz="quarter" idx="12"/>
          </p:nvPr>
        </p:nvSpPr>
        <p:spPr/>
        <p:txBody>
          <a:bodyPr/>
          <a:lstStyle/>
          <a:p>
            <a:fld id="{2A7F9223-B69B-4AA9-B6C4-9B69EF94F2BD}" type="slidenum">
              <a:rPr lang="en-US" smtClean="0"/>
              <a:pPr/>
              <a:t>‹#›</a:t>
            </a:fld>
            <a:endParaRPr lang="en-US" dirty="0"/>
          </a:p>
        </p:txBody>
      </p:sp>
    </p:spTree>
    <p:extLst>
      <p:ext uri="{BB962C8B-B14F-4D97-AF65-F5344CB8AC3E}">
        <p14:creationId xmlns:p14="http://schemas.microsoft.com/office/powerpoint/2010/main" val="16456683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EACD9E1-A523-4FE1-B126-D5F4E685904E}" type="datetime1">
              <a:rPr lang="en-US" smtClean="0"/>
              <a:pPr/>
              <a:t>8/4/2022</a:t>
            </a:fld>
            <a:endParaRPr lang="en-US" dirty="0"/>
          </a:p>
        </p:txBody>
      </p:sp>
      <p:sp>
        <p:nvSpPr>
          <p:cNvPr id="5" name="Footer Placeholder 4"/>
          <p:cNvSpPr>
            <a:spLocks noGrp="1"/>
          </p:cNvSpPr>
          <p:nvPr>
            <p:ph type="ftr" sz="quarter" idx="11"/>
          </p:nvPr>
        </p:nvSpPr>
        <p:spPr/>
        <p:txBody>
          <a:bodyPr/>
          <a:lstStyle/>
          <a:p>
            <a:r>
              <a:rPr lang="en-US" dirty="0" smtClean="0"/>
              <a:t>© 2013 Cengage Learning. All Rights Reserved. </a:t>
            </a:r>
            <a:endParaRPr lang="en-US" dirty="0"/>
          </a:p>
        </p:txBody>
      </p:sp>
      <p:sp>
        <p:nvSpPr>
          <p:cNvPr id="6" name="Slide Number Placeholder 5"/>
          <p:cNvSpPr>
            <a:spLocks noGrp="1"/>
          </p:cNvSpPr>
          <p:nvPr>
            <p:ph type="sldNum" sz="quarter" idx="12"/>
          </p:nvPr>
        </p:nvSpPr>
        <p:spPr/>
        <p:txBody>
          <a:bodyPr/>
          <a:lstStyle/>
          <a:p>
            <a:fld id="{2A7F9223-B69B-4AA9-B6C4-9B69EF94F2BD}" type="slidenum">
              <a:rPr lang="en-US" smtClean="0"/>
              <a:pPr/>
              <a:t>‹#›</a:t>
            </a:fld>
            <a:endParaRPr lang="en-US" dirty="0"/>
          </a:p>
        </p:txBody>
      </p:sp>
    </p:spTree>
    <p:extLst>
      <p:ext uri="{BB962C8B-B14F-4D97-AF65-F5344CB8AC3E}">
        <p14:creationId xmlns:p14="http://schemas.microsoft.com/office/powerpoint/2010/main" val="31108074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FFFFFF"/>
            </a:gs>
            <a:gs pos="7001">
              <a:srgbClr val="E6E6E6"/>
            </a:gs>
            <a:gs pos="32001">
              <a:srgbClr val="7D8496"/>
            </a:gs>
            <a:gs pos="47000">
              <a:srgbClr val="E6E6E6"/>
            </a:gs>
            <a:gs pos="85001">
              <a:srgbClr val="7D8496"/>
            </a:gs>
            <a:gs pos="100000">
              <a:srgbClr val="E6E6E6"/>
            </a:gs>
          </a:gsLst>
          <a:path path="rect">
            <a:fillToRect l="100000" t="100000"/>
          </a:path>
          <a:tileRect r="-100000" b="-100000"/>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036A74E-1237-4CDD-A881-8B654A424ABC}" type="datetime1">
              <a:rPr lang="en-US" smtClean="0"/>
              <a:pPr/>
              <a:t>8/4/2022</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smtClean="0"/>
              <a:t>© 2013 Cengage Learning. All Rights Reserved. </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A7F9223-B69B-4AA9-B6C4-9B69EF94F2BD}" type="slidenum">
              <a:rPr lang="en-US" smtClean="0"/>
              <a:pPr/>
              <a:t>‹#›</a:t>
            </a:fld>
            <a:endParaRPr lang="en-US" dirty="0"/>
          </a:p>
        </p:txBody>
      </p:sp>
    </p:spTree>
    <p:extLst>
      <p:ext uri="{BB962C8B-B14F-4D97-AF65-F5344CB8AC3E}">
        <p14:creationId xmlns:p14="http://schemas.microsoft.com/office/powerpoint/2010/main" val="33307310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7.jpe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7.jpeg"/></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themeOverride" Target="../theme/themeOverride1.xml"/><Relationship Id="rId4" Type="http://schemas.openxmlformats.org/officeDocument/2006/relationships/image" Target="../media/image1.jpeg"/></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12.jpeg"/></Relationships>
</file>

<file path=ppt/slides/_rels/slide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2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3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3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3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066800" y="152400"/>
            <a:ext cx="7938052" cy="6477000"/>
          </a:xfrm>
          <a:prstGeom prst="rect">
            <a:avLst/>
          </a:prstGeom>
          <a:solidFill>
            <a:schemeClr val="bg1"/>
          </a:solidFill>
          <a:ln w="38100" cap="rnd">
            <a:noFill/>
            <a:round/>
          </a:ln>
          <a:effectLst>
            <a:outerShdw blurRad="88900" dist="889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Footer Placeholder 6"/>
          <p:cNvSpPr>
            <a:spLocks noGrp="1"/>
          </p:cNvSpPr>
          <p:nvPr>
            <p:ph type="ftr" sz="quarter" idx="11"/>
          </p:nvPr>
        </p:nvSpPr>
        <p:spPr>
          <a:xfrm>
            <a:off x="34636" y="6626945"/>
            <a:ext cx="8118764" cy="249385"/>
          </a:xfrm>
        </p:spPr>
        <p:txBody>
          <a:bodyPr/>
          <a:lstStyle/>
          <a:p>
            <a:pPr algn="l"/>
            <a:r>
              <a:rPr lang="en-US" sz="800" b="1" dirty="0" smtClean="0">
                <a:solidFill>
                  <a:schemeClr val="bg1"/>
                </a:solidFill>
              </a:rPr>
              <a:t>© 2013 Cengage Learning. All Rights Reserved. </a:t>
            </a:r>
            <a:endParaRPr lang="en-US" sz="800" b="1" dirty="0">
              <a:solidFill>
                <a:schemeClr val="bg1"/>
              </a:solidFill>
            </a:endParaRPr>
          </a:p>
        </p:txBody>
      </p:sp>
      <p:sp>
        <p:nvSpPr>
          <p:cNvPr id="8" name="Slide Number Placeholder 7"/>
          <p:cNvSpPr>
            <a:spLocks noGrp="1"/>
          </p:cNvSpPr>
          <p:nvPr>
            <p:ph type="sldNum" sz="quarter" idx="12"/>
          </p:nvPr>
        </p:nvSpPr>
        <p:spPr>
          <a:xfrm>
            <a:off x="8534400" y="6638280"/>
            <a:ext cx="586906" cy="226714"/>
          </a:xfrm>
        </p:spPr>
        <p:txBody>
          <a:bodyPr/>
          <a:lstStyle/>
          <a:p>
            <a:fld id="{2A7F9223-B69B-4AA9-B6C4-9B69EF94F2BD}" type="slidenum">
              <a:rPr lang="en-US" sz="800" smtClean="0">
                <a:solidFill>
                  <a:schemeClr val="accent1"/>
                </a:solidFill>
              </a:rPr>
              <a:pPr/>
              <a:t>1</a:t>
            </a:fld>
            <a:endParaRPr lang="en-US" sz="800" dirty="0">
              <a:solidFill>
                <a:schemeClr val="accent1"/>
              </a:solidFill>
            </a:endParaRPr>
          </a:p>
        </p:txBody>
      </p:sp>
      <p:sp>
        <p:nvSpPr>
          <p:cNvPr id="13" name="Rectangle 12"/>
          <p:cNvSpPr/>
          <p:nvPr/>
        </p:nvSpPr>
        <p:spPr>
          <a:xfrm>
            <a:off x="1676400" y="4495800"/>
            <a:ext cx="6477000" cy="461665"/>
          </a:xfrm>
          <a:prstGeom prst="rect">
            <a:avLst/>
          </a:prstGeom>
        </p:spPr>
        <p:txBody>
          <a:bodyPr wrap="square">
            <a:spAutoFit/>
          </a:bodyPr>
          <a:lstStyle/>
          <a:p>
            <a:pPr lvl="0"/>
            <a:endParaRPr lang="en-US" sz="2400" b="1" i="1" dirty="0">
              <a:solidFill>
                <a:schemeClr val="accent3">
                  <a:lumMod val="40000"/>
                  <a:lumOff val="60000"/>
                </a:schemeClr>
              </a:solidFill>
              <a:effectLst>
                <a:outerShdw blurRad="38100" dist="38100" dir="2700000" algn="tl">
                  <a:srgbClr val="000000">
                    <a:alpha val="43137"/>
                  </a:srgbClr>
                </a:outerShdw>
              </a:effectLst>
              <a:latin typeface="Georgia" pitchFamily="18" charset="0"/>
            </a:endParaRPr>
          </a:p>
        </p:txBody>
      </p:sp>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400" y="152400"/>
            <a:ext cx="914400" cy="6477000"/>
          </a:xfrm>
          <a:prstGeom prst="rect">
            <a:avLst/>
          </a:prstGeom>
        </p:spPr>
      </p:pic>
      <p:sp>
        <p:nvSpPr>
          <p:cNvPr id="12" name="Rectangle 11"/>
          <p:cNvSpPr/>
          <p:nvPr/>
        </p:nvSpPr>
        <p:spPr>
          <a:xfrm>
            <a:off x="2362200" y="685800"/>
            <a:ext cx="5486400" cy="5486400"/>
          </a:xfrm>
          <a:prstGeom prst="rect">
            <a:avLst/>
          </a:prstGeom>
          <a:solidFill>
            <a:schemeClr val="accent3">
              <a:lumMod val="60000"/>
              <a:lumOff val="40000"/>
            </a:schemeClr>
          </a:solidFill>
          <a:ln/>
        </p:spPr>
        <p:style>
          <a:lnRef idx="0">
            <a:schemeClr val="accent2"/>
          </a:lnRef>
          <a:fillRef idx="3">
            <a:schemeClr val="accent2"/>
          </a:fillRef>
          <a:effectRef idx="3">
            <a:schemeClr val="accent2"/>
          </a:effectRef>
          <a:fontRef idx="minor">
            <a:schemeClr val="lt1"/>
          </a:fontRef>
        </p:style>
        <p:txBody>
          <a:bodyPr rtlCol="0" anchor="ctr"/>
          <a:lstStyle/>
          <a:p>
            <a:pPr lvl="0"/>
            <a:endParaRPr lang="en-US" sz="2000" i="1" dirty="0" smtClean="0">
              <a:solidFill>
                <a:schemeClr val="accent3">
                  <a:lumMod val="50000"/>
                </a:schemeClr>
              </a:solidFill>
              <a:effectLst>
                <a:outerShdw blurRad="38100" dist="38100" dir="2700000" algn="tl">
                  <a:srgbClr val="000000">
                    <a:alpha val="43137"/>
                  </a:srgbClr>
                </a:outerShdw>
              </a:effectLst>
              <a:latin typeface="Georgia" pitchFamily="18" charset="0"/>
            </a:endParaRPr>
          </a:p>
          <a:p>
            <a:pPr lvl="0"/>
            <a:endParaRPr lang="en-US" sz="2000" i="1" dirty="0">
              <a:solidFill>
                <a:schemeClr val="accent3">
                  <a:lumMod val="50000"/>
                </a:schemeClr>
              </a:solidFill>
              <a:effectLst>
                <a:outerShdw blurRad="38100" dist="38100" dir="2700000" algn="tl">
                  <a:srgbClr val="000000">
                    <a:alpha val="43137"/>
                  </a:srgbClr>
                </a:outerShdw>
              </a:effectLst>
              <a:latin typeface="Georgia" pitchFamily="18" charset="0"/>
            </a:endParaRPr>
          </a:p>
          <a:p>
            <a:pPr lvl="0"/>
            <a:endParaRPr lang="en-US" sz="2000" i="1" dirty="0" smtClean="0">
              <a:solidFill>
                <a:schemeClr val="accent3">
                  <a:lumMod val="50000"/>
                </a:schemeClr>
              </a:solidFill>
              <a:effectLst>
                <a:outerShdw blurRad="38100" dist="38100" dir="2700000" algn="tl">
                  <a:srgbClr val="000000">
                    <a:alpha val="43137"/>
                  </a:srgbClr>
                </a:outerShdw>
              </a:effectLst>
              <a:latin typeface="Georgia" pitchFamily="18" charset="0"/>
            </a:endParaRPr>
          </a:p>
          <a:p>
            <a:pPr lvl="0"/>
            <a:endParaRPr lang="en-US" sz="2000" i="1" dirty="0" smtClean="0">
              <a:solidFill>
                <a:schemeClr val="accent3">
                  <a:lumMod val="50000"/>
                </a:schemeClr>
              </a:solidFill>
              <a:effectLst>
                <a:outerShdw blurRad="38100" dist="38100" dir="2700000" algn="tl">
                  <a:srgbClr val="000000">
                    <a:alpha val="43137"/>
                  </a:srgbClr>
                </a:outerShdw>
              </a:effectLst>
              <a:latin typeface="Georgia" pitchFamily="18" charset="0"/>
            </a:endParaRPr>
          </a:p>
          <a:p>
            <a:pPr lvl="0"/>
            <a:endParaRPr lang="en-US" sz="2000" i="1" dirty="0">
              <a:solidFill>
                <a:schemeClr val="accent3">
                  <a:lumMod val="50000"/>
                </a:schemeClr>
              </a:solidFill>
              <a:effectLst>
                <a:outerShdw blurRad="38100" dist="38100" dir="2700000" algn="tl">
                  <a:srgbClr val="000000">
                    <a:alpha val="43137"/>
                  </a:srgbClr>
                </a:outerShdw>
              </a:effectLst>
              <a:latin typeface="Georgia" pitchFamily="18" charset="0"/>
            </a:endParaRPr>
          </a:p>
          <a:p>
            <a:pPr lvl="0"/>
            <a:endParaRPr lang="en-US" sz="2000" i="1" dirty="0" smtClean="0">
              <a:solidFill>
                <a:schemeClr val="accent3">
                  <a:lumMod val="50000"/>
                </a:schemeClr>
              </a:solidFill>
              <a:effectLst>
                <a:outerShdw blurRad="38100" dist="38100" dir="2700000" algn="tl">
                  <a:srgbClr val="000000">
                    <a:alpha val="43137"/>
                  </a:srgbClr>
                </a:outerShdw>
              </a:effectLst>
              <a:latin typeface="Georgia" pitchFamily="18" charset="0"/>
            </a:endParaRPr>
          </a:p>
          <a:p>
            <a:pPr lvl="0"/>
            <a:endParaRPr lang="en-US" sz="2000" i="1" dirty="0">
              <a:solidFill>
                <a:schemeClr val="accent3">
                  <a:lumMod val="50000"/>
                </a:schemeClr>
              </a:solidFill>
              <a:effectLst>
                <a:outerShdw blurRad="38100" dist="38100" dir="2700000" algn="tl">
                  <a:srgbClr val="000000">
                    <a:alpha val="43137"/>
                  </a:srgbClr>
                </a:outerShdw>
              </a:effectLst>
              <a:latin typeface="Georgia" pitchFamily="18" charset="0"/>
            </a:endParaRPr>
          </a:p>
          <a:p>
            <a:pPr lvl="0"/>
            <a:endParaRPr lang="en-US" sz="2000" i="1" dirty="0" smtClean="0">
              <a:solidFill>
                <a:schemeClr val="accent3">
                  <a:lumMod val="50000"/>
                </a:schemeClr>
              </a:solidFill>
              <a:effectLst>
                <a:outerShdw blurRad="38100" dist="38100" dir="2700000" algn="tl">
                  <a:srgbClr val="000000">
                    <a:alpha val="43137"/>
                  </a:srgbClr>
                </a:outerShdw>
              </a:effectLst>
              <a:latin typeface="Georgia" pitchFamily="18" charset="0"/>
            </a:endParaRPr>
          </a:p>
          <a:p>
            <a:pPr lvl="0"/>
            <a:endParaRPr lang="en-US" sz="2000" i="1" dirty="0">
              <a:solidFill>
                <a:schemeClr val="accent3">
                  <a:lumMod val="50000"/>
                </a:schemeClr>
              </a:solidFill>
              <a:effectLst>
                <a:outerShdw blurRad="38100" dist="38100" dir="2700000" algn="tl">
                  <a:srgbClr val="000000">
                    <a:alpha val="43137"/>
                  </a:srgbClr>
                </a:outerShdw>
              </a:effectLst>
              <a:latin typeface="Georgia" pitchFamily="18" charset="0"/>
            </a:endParaRPr>
          </a:p>
          <a:p>
            <a:pPr lvl="0"/>
            <a:endParaRPr lang="en-US" sz="2000" i="1" dirty="0">
              <a:solidFill>
                <a:schemeClr val="accent3">
                  <a:lumMod val="50000"/>
                </a:schemeClr>
              </a:solidFill>
              <a:effectLst>
                <a:outerShdw blurRad="38100" dist="38100" dir="2700000" algn="tl">
                  <a:srgbClr val="000000">
                    <a:alpha val="43137"/>
                  </a:srgbClr>
                </a:outerShdw>
              </a:effectLst>
              <a:latin typeface="Georgia" pitchFamily="18" charset="0"/>
            </a:endParaRPr>
          </a:p>
          <a:p>
            <a:endParaRPr lang="en-US" sz="2000" i="1" dirty="0">
              <a:solidFill>
                <a:schemeClr val="accent3">
                  <a:lumMod val="50000"/>
                </a:schemeClr>
              </a:solidFill>
              <a:effectLst>
                <a:outerShdw blurRad="38100" dist="38100" dir="2700000" algn="tl">
                  <a:srgbClr val="000000">
                    <a:alpha val="43137"/>
                  </a:srgbClr>
                </a:outerShdw>
              </a:effectLst>
              <a:latin typeface="Georgia" pitchFamily="18" charset="0"/>
            </a:endParaRPr>
          </a:p>
          <a:p>
            <a:endParaRPr lang="en-US" b="1" dirty="0">
              <a:solidFill>
                <a:schemeClr val="tx1"/>
              </a:solidFill>
            </a:endParaRPr>
          </a:p>
        </p:txBody>
      </p:sp>
      <p:sp>
        <p:nvSpPr>
          <p:cNvPr id="10" name="Rectangle 9"/>
          <p:cNvSpPr/>
          <p:nvPr/>
        </p:nvSpPr>
        <p:spPr>
          <a:xfrm>
            <a:off x="152400" y="1678776"/>
            <a:ext cx="8828763" cy="3807623"/>
          </a:xfrm>
          <a:prstGeom prst="rect">
            <a:avLst/>
          </a:prstGeom>
          <a:solidFill>
            <a:schemeClr val="accent3">
              <a:lumMod val="50000"/>
            </a:schemeClr>
          </a:solidFill>
          <a:ln/>
        </p:spPr>
        <p:style>
          <a:lnRef idx="0">
            <a:schemeClr val="accent2"/>
          </a:lnRef>
          <a:fillRef idx="3">
            <a:schemeClr val="accent2"/>
          </a:fillRef>
          <a:effectRef idx="3">
            <a:schemeClr val="accent2"/>
          </a:effectRef>
          <a:fontRef idx="minor">
            <a:schemeClr val="lt1"/>
          </a:fontRef>
        </p:style>
        <p:txBody>
          <a:bodyPr rtlCol="0" anchor="ctr"/>
          <a:lstStyle/>
          <a:p>
            <a:r>
              <a:rPr lang="en-US" sz="3200" i="1" dirty="0" smtClean="0">
                <a:solidFill>
                  <a:schemeClr val="bg1">
                    <a:lumMod val="95000"/>
                  </a:schemeClr>
                </a:solidFill>
                <a:effectLst>
                  <a:outerShdw blurRad="38100" dist="38100" dir="2700000" algn="tl">
                    <a:srgbClr val="000000">
                      <a:alpha val="43137"/>
                    </a:srgbClr>
                  </a:outerShdw>
                </a:effectLst>
                <a:latin typeface="Georgia" pitchFamily="18" charset="0"/>
              </a:rPr>
              <a:t>Lecture #</a:t>
            </a:r>
            <a:r>
              <a:rPr lang="en-US" sz="3200" i="1" dirty="0" smtClean="0">
                <a:solidFill>
                  <a:schemeClr val="bg1">
                    <a:lumMod val="95000"/>
                  </a:schemeClr>
                </a:solidFill>
                <a:effectLst>
                  <a:outerShdw blurRad="38100" dist="38100" dir="2700000" algn="tl">
                    <a:srgbClr val="000000">
                      <a:alpha val="43137"/>
                    </a:srgbClr>
                  </a:outerShdw>
                </a:effectLst>
                <a:latin typeface="Georgia" pitchFamily="18" charset="0"/>
              </a:rPr>
              <a:t> </a:t>
            </a:r>
            <a:r>
              <a:rPr lang="en-US" sz="3200" i="1" dirty="0" smtClean="0">
                <a:solidFill>
                  <a:schemeClr val="bg1">
                    <a:lumMod val="95000"/>
                  </a:schemeClr>
                </a:solidFill>
                <a:effectLst>
                  <a:outerShdw blurRad="38100" dist="38100" dir="2700000" algn="tl">
                    <a:srgbClr val="000000">
                      <a:alpha val="43137"/>
                    </a:srgbClr>
                  </a:outerShdw>
                </a:effectLst>
                <a:latin typeface="Georgia" pitchFamily="18" charset="0"/>
              </a:rPr>
              <a:t>4:</a:t>
            </a:r>
            <a:r>
              <a:rPr lang="en-US" sz="4400" dirty="0" smtClean="0">
                <a:solidFill>
                  <a:schemeClr val="bg1">
                    <a:lumMod val="95000"/>
                  </a:schemeClr>
                </a:solidFill>
                <a:effectLst>
                  <a:outerShdw blurRad="38100" dist="38100" dir="2700000" algn="tl">
                    <a:srgbClr val="000000">
                      <a:alpha val="43137"/>
                    </a:srgbClr>
                  </a:outerShdw>
                </a:effectLst>
                <a:latin typeface="Georgia" pitchFamily="18" charset="0"/>
              </a:rPr>
              <a:t> </a:t>
            </a:r>
          </a:p>
          <a:p>
            <a:pPr algn="ctr"/>
            <a:r>
              <a:rPr lang="en-US" sz="3600" b="1" dirty="0" smtClean="0">
                <a:solidFill>
                  <a:schemeClr val="bg1">
                    <a:lumMod val="95000"/>
                  </a:schemeClr>
                </a:solidFill>
                <a:effectLst>
                  <a:outerShdw blurRad="38100" dist="38100" dir="2700000" algn="tl">
                    <a:srgbClr val="000000">
                      <a:alpha val="43137"/>
                    </a:srgbClr>
                  </a:outerShdw>
                </a:effectLst>
                <a:latin typeface="Georgia" pitchFamily="18" charset="0"/>
              </a:rPr>
              <a:t>Justice and </a:t>
            </a:r>
            <a:r>
              <a:rPr lang="en-US" sz="3600" b="1" dirty="0" smtClean="0">
                <a:solidFill>
                  <a:schemeClr val="bg1">
                    <a:lumMod val="95000"/>
                  </a:schemeClr>
                </a:solidFill>
                <a:effectLst>
                  <a:outerShdw blurRad="38100" dist="38100" dir="2700000" algn="tl">
                    <a:srgbClr val="000000">
                      <a:alpha val="43137"/>
                    </a:srgbClr>
                  </a:outerShdw>
                </a:effectLst>
                <a:latin typeface="Georgia" pitchFamily="18" charset="0"/>
              </a:rPr>
              <a:t>Fairness</a:t>
            </a:r>
          </a:p>
          <a:p>
            <a:pPr algn="ctr"/>
            <a:r>
              <a:rPr lang="en-US" sz="3600" b="1" dirty="0" smtClean="0">
                <a:solidFill>
                  <a:schemeClr val="bg1">
                    <a:lumMod val="95000"/>
                  </a:schemeClr>
                </a:solidFill>
                <a:effectLst>
                  <a:outerShdw blurRad="38100" dist="38100" dir="2700000" algn="tl">
                    <a:srgbClr val="000000">
                      <a:alpha val="43137"/>
                    </a:srgbClr>
                  </a:outerShdw>
                </a:effectLst>
                <a:latin typeface="Georgia" pitchFamily="18" charset="0"/>
              </a:rPr>
              <a:t>Instructor </a:t>
            </a:r>
            <a:endParaRPr lang="en-US" sz="3600" b="1" dirty="0">
              <a:solidFill>
                <a:schemeClr val="bg1">
                  <a:lumMod val="95000"/>
                </a:schemeClr>
              </a:solidFill>
              <a:effectLst>
                <a:outerShdw blurRad="38100" dist="38100" dir="2700000" algn="tl">
                  <a:srgbClr val="000000">
                    <a:alpha val="43137"/>
                  </a:srgbClr>
                </a:outerShdw>
              </a:effectLst>
              <a:latin typeface="Georgia" pitchFamily="18" charset="0"/>
            </a:endParaRPr>
          </a:p>
          <a:p>
            <a:pPr algn="ctr"/>
            <a:r>
              <a:rPr lang="en-US" sz="3600" b="1" dirty="0" smtClean="0">
                <a:solidFill>
                  <a:schemeClr val="bg1">
                    <a:lumMod val="95000"/>
                  </a:schemeClr>
                </a:solidFill>
                <a:effectLst>
                  <a:outerShdw blurRad="38100" dist="38100" dir="2700000" algn="tl">
                    <a:srgbClr val="000000">
                      <a:alpha val="43137"/>
                    </a:srgbClr>
                  </a:outerShdw>
                </a:effectLst>
                <a:latin typeface="Georgia" pitchFamily="18" charset="0"/>
              </a:rPr>
              <a:t>Dr. </a:t>
            </a:r>
            <a:r>
              <a:rPr lang="en-US" sz="3600" b="1" dirty="0" err="1" smtClean="0">
                <a:solidFill>
                  <a:schemeClr val="bg1">
                    <a:lumMod val="95000"/>
                  </a:schemeClr>
                </a:solidFill>
                <a:effectLst>
                  <a:outerShdw blurRad="38100" dist="38100" dir="2700000" algn="tl">
                    <a:srgbClr val="000000">
                      <a:alpha val="43137"/>
                    </a:srgbClr>
                  </a:outerShdw>
                </a:effectLst>
                <a:latin typeface="Georgia" pitchFamily="18" charset="0"/>
              </a:rPr>
              <a:t>Shahnawaz</a:t>
            </a:r>
            <a:r>
              <a:rPr lang="en-US" sz="3600" b="1" dirty="0" smtClean="0">
                <a:solidFill>
                  <a:schemeClr val="bg1">
                    <a:lumMod val="95000"/>
                  </a:schemeClr>
                </a:solidFill>
                <a:effectLst>
                  <a:outerShdw blurRad="38100" dist="38100" dir="2700000" algn="tl">
                    <a:srgbClr val="000000">
                      <a:alpha val="43137"/>
                    </a:srgbClr>
                  </a:outerShdw>
                </a:effectLst>
                <a:latin typeface="Georgia" pitchFamily="18" charset="0"/>
              </a:rPr>
              <a:t> Muhammad Khan</a:t>
            </a:r>
          </a:p>
          <a:p>
            <a:pPr algn="ctr"/>
            <a:r>
              <a:rPr lang="en-US" sz="3600" b="1" dirty="0" smtClean="0">
                <a:solidFill>
                  <a:schemeClr val="bg1">
                    <a:lumMod val="95000"/>
                  </a:schemeClr>
                </a:solidFill>
                <a:effectLst>
                  <a:outerShdw blurRad="38100" dist="38100" dir="2700000" algn="tl">
                    <a:srgbClr val="000000">
                      <a:alpha val="43137"/>
                    </a:srgbClr>
                  </a:outerShdw>
                </a:effectLst>
                <a:latin typeface="Georgia" pitchFamily="18" charset="0"/>
              </a:rPr>
              <a:t> </a:t>
            </a:r>
            <a:endParaRPr lang="en-US" sz="3600" b="1" dirty="0" smtClean="0">
              <a:solidFill>
                <a:schemeClr val="bg1">
                  <a:lumMod val="95000"/>
                </a:schemeClr>
              </a:solidFill>
              <a:effectLst>
                <a:outerShdw blurRad="38100" dist="38100" dir="2700000" algn="tl">
                  <a:srgbClr val="000000">
                    <a:alpha val="43137"/>
                  </a:srgbClr>
                </a:outerShdw>
              </a:effectLst>
              <a:latin typeface="Brush Script MT" pitchFamily="66" charset="0"/>
            </a:endParaRPr>
          </a:p>
          <a:p>
            <a:pPr algn="ctr"/>
            <a:endParaRPr lang="en-US" dirty="0"/>
          </a:p>
        </p:txBody>
      </p:sp>
    </p:spTree>
    <p:extLst>
      <p:ext uri="{BB962C8B-B14F-4D97-AF65-F5344CB8AC3E}">
        <p14:creationId xmlns:p14="http://schemas.microsoft.com/office/powerpoint/2010/main" val="237776560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1066800" y="152400"/>
            <a:ext cx="7938052" cy="6477000"/>
          </a:xfrm>
          <a:prstGeom prst="rect">
            <a:avLst/>
          </a:prstGeom>
          <a:solidFill>
            <a:schemeClr val="bg1"/>
          </a:solidFill>
          <a:ln w="38100" cap="rnd">
            <a:noFill/>
            <a:round/>
          </a:ln>
          <a:effectLst>
            <a:outerShdw blurRad="88900" dist="889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400" y="152400"/>
            <a:ext cx="914400" cy="6477000"/>
          </a:xfrm>
          <a:prstGeom prst="rect">
            <a:avLst/>
          </a:prstGeom>
        </p:spPr>
      </p:pic>
      <p:sp>
        <p:nvSpPr>
          <p:cNvPr id="3" name="Subtitle 2"/>
          <p:cNvSpPr>
            <a:spLocks noGrp="1"/>
          </p:cNvSpPr>
          <p:nvPr>
            <p:ph type="subTitle" idx="1"/>
          </p:nvPr>
        </p:nvSpPr>
        <p:spPr>
          <a:xfrm>
            <a:off x="1295400" y="1388534"/>
            <a:ext cx="7467600" cy="3564466"/>
          </a:xfrm>
        </p:spPr>
        <p:txBody>
          <a:bodyPr anchor="ctr">
            <a:normAutofit/>
          </a:bodyPr>
          <a:lstStyle/>
          <a:p>
            <a:endParaRPr lang="en-US" sz="3600" dirty="0" smtClean="0">
              <a:solidFill>
                <a:schemeClr val="accent3">
                  <a:lumMod val="50000"/>
                </a:schemeClr>
              </a:solidFill>
              <a:effectLst>
                <a:outerShdw blurRad="38100" dist="38100" dir="2700000" algn="tl">
                  <a:srgbClr val="000000">
                    <a:alpha val="43137"/>
                  </a:srgbClr>
                </a:outerShdw>
              </a:effectLst>
              <a:latin typeface="Georgia" pitchFamily="18" charset="0"/>
              <a:ea typeface="+mj-ea"/>
              <a:cs typeface="+mj-cs"/>
            </a:endParaRPr>
          </a:p>
          <a:p>
            <a:r>
              <a:rPr lang="en-US" sz="3600" dirty="0" smtClean="0">
                <a:solidFill>
                  <a:schemeClr val="accent3">
                    <a:lumMod val="50000"/>
                  </a:schemeClr>
                </a:solidFill>
                <a:effectLst>
                  <a:outerShdw blurRad="38100" dist="38100" dir="2700000" algn="tl">
                    <a:srgbClr val="000000">
                      <a:alpha val="43137"/>
                    </a:srgbClr>
                  </a:outerShdw>
                </a:effectLst>
                <a:latin typeface="Georgia" pitchFamily="18" charset="0"/>
                <a:ea typeface="+mj-ea"/>
                <a:cs typeface="+mj-cs"/>
              </a:rPr>
              <a:t>WHAT </a:t>
            </a:r>
            <a:r>
              <a:rPr lang="en-US" sz="3600" dirty="0">
                <a:solidFill>
                  <a:schemeClr val="accent3">
                    <a:lumMod val="50000"/>
                  </a:schemeClr>
                </a:solidFill>
                <a:effectLst>
                  <a:outerShdw blurRad="38100" dist="38100" dir="2700000" algn="tl">
                    <a:srgbClr val="000000">
                      <a:alpha val="43137"/>
                    </a:srgbClr>
                  </a:outerShdw>
                </a:effectLst>
                <a:latin typeface="Georgia" pitchFamily="18" charset="0"/>
                <a:ea typeface="+mj-ea"/>
                <a:cs typeface="+mj-cs"/>
              </a:rPr>
              <a:t>IS JUSTICE?</a:t>
            </a:r>
          </a:p>
          <a:p>
            <a:endParaRPr lang="en-US" dirty="0">
              <a:solidFill>
                <a:schemeClr val="tx1"/>
              </a:solidFill>
            </a:endParaRPr>
          </a:p>
        </p:txBody>
      </p:sp>
      <p:sp>
        <p:nvSpPr>
          <p:cNvPr id="11" name="Footer Placeholder 6"/>
          <p:cNvSpPr>
            <a:spLocks noGrp="1"/>
          </p:cNvSpPr>
          <p:nvPr>
            <p:ph type="ftr" sz="quarter" idx="11"/>
          </p:nvPr>
        </p:nvSpPr>
        <p:spPr>
          <a:xfrm>
            <a:off x="34636" y="6626945"/>
            <a:ext cx="2860964" cy="249385"/>
          </a:xfrm>
        </p:spPr>
        <p:txBody>
          <a:bodyPr/>
          <a:lstStyle/>
          <a:p>
            <a:pPr algn="l"/>
            <a:r>
              <a:rPr lang="en-US" sz="800" b="1" dirty="0" smtClean="0">
                <a:solidFill>
                  <a:schemeClr val="bg1"/>
                </a:solidFill>
              </a:rPr>
              <a:t>© 2013 Cengage Learning. All Rights Reserved. </a:t>
            </a:r>
            <a:endParaRPr lang="en-US" sz="800" b="1" dirty="0">
              <a:solidFill>
                <a:schemeClr val="bg1"/>
              </a:solidFill>
            </a:endParaRPr>
          </a:p>
        </p:txBody>
      </p:sp>
      <p:sp>
        <p:nvSpPr>
          <p:cNvPr id="8" name="Slide Number Placeholder 7"/>
          <p:cNvSpPr>
            <a:spLocks noGrp="1"/>
          </p:cNvSpPr>
          <p:nvPr>
            <p:ph type="sldNum" sz="quarter" idx="12"/>
          </p:nvPr>
        </p:nvSpPr>
        <p:spPr>
          <a:xfrm>
            <a:off x="8534400" y="6638280"/>
            <a:ext cx="586906" cy="226714"/>
          </a:xfrm>
        </p:spPr>
        <p:txBody>
          <a:bodyPr/>
          <a:lstStyle/>
          <a:p>
            <a:fld id="{2A7F9223-B69B-4AA9-B6C4-9B69EF94F2BD}" type="slidenum">
              <a:rPr lang="en-US" sz="800" smtClean="0">
                <a:solidFill>
                  <a:schemeClr val="accent1"/>
                </a:solidFill>
              </a:rPr>
              <a:pPr/>
              <a:t>2</a:t>
            </a:fld>
            <a:endParaRPr lang="en-US" sz="800" dirty="0">
              <a:solidFill>
                <a:schemeClr val="accent1"/>
              </a:solidFill>
            </a:endParaRPr>
          </a:p>
        </p:txBody>
      </p:sp>
    </p:spTree>
    <p:extLst>
      <p:ext uri="{BB962C8B-B14F-4D97-AF65-F5344CB8AC3E}">
        <p14:creationId xmlns:p14="http://schemas.microsoft.com/office/powerpoint/2010/main" val="3819989006"/>
      </p:ext>
    </p:extLst>
  </p:cSld>
  <p:clrMapOvr>
    <a:masterClrMapping/>
  </p:clrMapOvr>
  <p:transition spd="slow">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1066800" y="152400"/>
            <a:ext cx="7938052" cy="6477000"/>
          </a:xfrm>
          <a:prstGeom prst="rect">
            <a:avLst/>
          </a:prstGeom>
          <a:solidFill>
            <a:schemeClr val="bg1"/>
          </a:solidFill>
          <a:ln w="38100" cap="rnd">
            <a:noFill/>
            <a:round/>
          </a:ln>
          <a:effectLst>
            <a:outerShdw blurRad="88900" dist="889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400" y="152400"/>
            <a:ext cx="914400" cy="6477000"/>
          </a:xfrm>
          <a:prstGeom prst="rect">
            <a:avLst/>
          </a:prstGeom>
        </p:spPr>
      </p:pic>
      <p:sp>
        <p:nvSpPr>
          <p:cNvPr id="3" name="Subtitle 2"/>
          <p:cNvSpPr>
            <a:spLocks noGrp="1"/>
          </p:cNvSpPr>
          <p:nvPr>
            <p:ph type="subTitle" idx="1"/>
          </p:nvPr>
        </p:nvSpPr>
        <p:spPr>
          <a:xfrm>
            <a:off x="1295400" y="1388534"/>
            <a:ext cx="7467600" cy="4326466"/>
          </a:xfrm>
        </p:spPr>
        <p:txBody>
          <a:bodyPr anchor="ctr">
            <a:normAutofit/>
          </a:bodyPr>
          <a:lstStyle/>
          <a:p>
            <a:pPr algn="l"/>
            <a:endParaRPr lang="en-US" sz="3600" dirty="0" smtClean="0">
              <a:solidFill>
                <a:schemeClr val="accent3">
                  <a:lumMod val="50000"/>
                </a:schemeClr>
              </a:solidFill>
              <a:effectLst>
                <a:outerShdw blurRad="38100" dist="38100" dir="2700000" algn="tl">
                  <a:srgbClr val="000000">
                    <a:alpha val="43137"/>
                  </a:srgbClr>
                </a:outerShdw>
              </a:effectLst>
              <a:latin typeface="Georgia" pitchFamily="18" charset="0"/>
              <a:ea typeface="+mj-ea"/>
              <a:cs typeface="+mj-cs"/>
            </a:endParaRPr>
          </a:p>
          <a:p>
            <a:pPr algn="l"/>
            <a:endParaRPr lang="en-US" dirty="0">
              <a:solidFill>
                <a:schemeClr val="tx1"/>
              </a:solidFill>
            </a:endParaRPr>
          </a:p>
          <a:p>
            <a:pPr algn="l"/>
            <a:endParaRPr lang="en-US" sz="2800" dirty="0">
              <a:solidFill>
                <a:schemeClr val="tx1"/>
              </a:solidFill>
            </a:endParaRPr>
          </a:p>
          <a:p>
            <a:pPr algn="l"/>
            <a:endParaRPr lang="en-US" dirty="0">
              <a:solidFill>
                <a:schemeClr val="tx1"/>
              </a:solidFill>
            </a:endParaRPr>
          </a:p>
          <a:p>
            <a:pPr algn="l"/>
            <a:endParaRPr lang="en-US" dirty="0" smtClean="0">
              <a:solidFill>
                <a:schemeClr val="tx1"/>
              </a:solidFill>
            </a:endParaRPr>
          </a:p>
          <a:p>
            <a:pPr algn="l"/>
            <a:endParaRPr lang="en-US" dirty="0">
              <a:solidFill>
                <a:schemeClr val="tx1"/>
              </a:solidFill>
            </a:endParaRPr>
          </a:p>
        </p:txBody>
      </p:sp>
      <p:sp>
        <p:nvSpPr>
          <p:cNvPr id="11" name="Footer Placeholder 6"/>
          <p:cNvSpPr>
            <a:spLocks noGrp="1"/>
          </p:cNvSpPr>
          <p:nvPr>
            <p:ph type="ftr" sz="quarter" idx="11"/>
          </p:nvPr>
        </p:nvSpPr>
        <p:spPr>
          <a:xfrm>
            <a:off x="34636" y="6626945"/>
            <a:ext cx="2860964" cy="249385"/>
          </a:xfrm>
        </p:spPr>
        <p:txBody>
          <a:bodyPr/>
          <a:lstStyle/>
          <a:p>
            <a:pPr algn="l"/>
            <a:r>
              <a:rPr lang="en-US" sz="800" b="1" dirty="0" smtClean="0">
                <a:solidFill>
                  <a:schemeClr val="bg1"/>
                </a:solidFill>
              </a:rPr>
              <a:t>© 2013 Cengage Learning. All Rights Reserved. </a:t>
            </a:r>
            <a:endParaRPr lang="en-US" sz="800" b="1" dirty="0">
              <a:solidFill>
                <a:schemeClr val="bg1"/>
              </a:solidFill>
            </a:endParaRPr>
          </a:p>
        </p:txBody>
      </p:sp>
      <p:sp>
        <p:nvSpPr>
          <p:cNvPr id="8" name="Slide Number Placeholder 7"/>
          <p:cNvSpPr>
            <a:spLocks noGrp="1"/>
          </p:cNvSpPr>
          <p:nvPr>
            <p:ph type="sldNum" sz="quarter" idx="12"/>
          </p:nvPr>
        </p:nvSpPr>
        <p:spPr>
          <a:xfrm>
            <a:off x="8534400" y="6638280"/>
            <a:ext cx="586906" cy="226714"/>
          </a:xfrm>
        </p:spPr>
        <p:txBody>
          <a:bodyPr/>
          <a:lstStyle/>
          <a:p>
            <a:fld id="{2A7F9223-B69B-4AA9-B6C4-9B69EF94F2BD}" type="slidenum">
              <a:rPr lang="en-US" sz="800" smtClean="0">
                <a:solidFill>
                  <a:schemeClr val="accent1"/>
                </a:solidFill>
              </a:rPr>
              <a:pPr/>
              <a:t>3</a:t>
            </a:fld>
            <a:endParaRPr lang="en-US" sz="800" dirty="0">
              <a:solidFill>
                <a:schemeClr val="accent1"/>
              </a:solidFill>
            </a:endParaRPr>
          </a:p>
        </p:txBody>
      </p:sp>
      <p:pic>
        <p:nvPicPr>
          <p:cNvPr id="1026" name="Picture 2" descr="C:\Users\Dell\Desktop\Justice image.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0200" y="1524000"/>
            <a:ext cx="7010400" cy="48768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1295400" y="650774"/>
            <a:ext cx="7543800" cy="769441"/>
          </a:xfrm>
          <a:prstGeom prst="rect">
            <a:avLst/>
          </a:prstGeom>
          <a:noFill/>
        </p:spPr>
        <p:txBody>
          <a:bodyPr wrap="square" lIns="91440" tIns="45720" rIns="91440" bIns="45720">
            <a:spAutoFit/>
          </a:bodyPr>
          <a:lstStyle/>
          <a:p>
            <a:r>
              <a:rPr lang="en-US" sz="4400" b="1" cap="none" spc="0" dirty="0" smtClean="0">
                <a:ln w="12700">
                  <a:solidFill>
                    <a:schemeClr val="tx2">
                      <a:satMod val="155000"/>
                    </a:schemeClr>
                  </a:solidFill>
                  <a:prstDash val="solid"/>
                </a:ln>
                <a:effectLst>
                  <a:outerShdw blurRad="41275" dist="20320" dir="1800000" algn="tl" rotWithShape="0">
                    <a:srgbClr val="000000">
                      <a:alpha val="40000"/>
                    </a:srgbClr>
                  </a:outerShdw>
                </a:effectLst>
              </a:rPr>
              <a:t>Interpret the Symbol of Justice</a:t>
            </a:r>
            <a:endParaRPr lang="en-US" sz="4400" b="1" cap="none" spc="0" dirty="0">
              <a:ln w="12700">
                <a:solidFill>
                  <a:schemeClr val="tx2">
                    <a:satMod val="155000"/>
                  </a:schemeClr>
                </a:solidFill>
                <a:prstDash val="solid"/>
              </a:ln>
              <a:effectLst>
                <a:outerShdw blurRad="41275" dist="20320" dir="1800000" algn="tl" rotWithShape="0">
                  <a:srgbClr val="000000">
                    <a:alpha val="40000"/>
                  </a:srgbClr>
                </a:outerShdw>
              </a:effectLst>
            </a:endParaRPr>
          </a:p>
        </p:txBody>
      </p:sp>
    </p:spTree>
    <p:extLst>
      <p:ext uri="{BB962C8B-B14F-4D97-AF65-F5344CB8AC3E}">
        <p14:creationId xmlns:p14="http://schemas.microsoft.com/office/powerpoint/2010/main" val="4146780750"/>
      </p:ext>
    </p:extLst>
  </p:cSld>
  <p:clrMapOvr>
    <a:masterClrMapping/>
  </p:clrMapOvr>
  <p:transition spd="slow">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1066800" y="152400"/>
            <a:ext cx="7938052" cy="6477000"/>
          </a:xfrm>
          <a:prstGeom prst="rect">
            <a:avLst/>
          </a:prstGeom>
          <a:solidFill>
            <a:schemeClr val="bg1"/>
          </a:solidFill>
          <a:ln w="38100" cap="rnd">
            <a:noFill/>
            <a:round/>
          </a:ln>
          <a:effectLst>
            <a:outerShdw blurRad="88900" dist="889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400" y="152400"/>
            <a:ext cx="914400" cy="6477000"/>
          </a:xfrm>
          <a:prstGeom prst="rect">
            <a:avLst/>
          </a:prstGeom>
        </p:spPr>
      </p:pic>
      <p:sp>
        <p:nvSpPr>
          <p:cNvPr id="3" name="Subtitle 2"/>
          <p:cNvSpPr>
            <a:spLocks noGrp="1"/>
          </p:cNvSpPr>
          <p:nvPr>
            <p:ph type="subTitle" idx="1"/>
          </p:nvPr>
        </p:nvSpPr>
        <p:spPr>
          <a:xfrm>
            <a:off x="1295400" y="1388534"/>
            <a:ext cx="7467600" cy="4326466"/>
          </a:xfrm>
        </p:spPr>
        <p:txBody>
          <a:bodyPr anchor="ctr">
            <a:normAutofit/>
          </a:bodyPr>
          <a:lstStyle/>
          <a:p>
            <a:pPr algn="l"/>
            <a:r>
              <a:rPr lang="en-US" sz="3600" dirty="0" smtClean="0">
                <a:solidFill>
                  <a:schemeClr val="accent3">
                    <a:lumMod val="50000"/>
                  </a:schemeClr>
                </a:solidFill>
                <a:effectLst>
                  <a:outerShdw blurRad="38100" dist="38100" dir="2700000" algn="tl">
                    <a:srgbClr val="000000">
                      <a:alpha val="43137"/>
                    </a:srgbClr>
                  </a:outerShdw>
                </a:effectLst>
                <a:latin typeface="Georgia" pitchFamily="18" charset="0"/>
                <a:ea typeface="+mj-ea"/>
                <a:cs typeface="+mj-cs"/>
              </a:rPr>
              <a:t>IS JUSTICE ABOUT….</a:t>
            </a:r>
          </a:p>
          <a:p>
            <a:pPr algn="l"/>
            <a:endParaRPr lang="en-US" dirty="0">
              <a:solidFill>
                <a:schemeClr val="tx1"/>
              </a:solidFill>
            </a:endParaRPr>
          </a:p>
          <a:p>
            <a:pPr marL="457200" indent="-457200" algn="l">
              <a:buFont typeface="Arial" pitchFamily="34" charset="0"/>
              <a:buChar char="•"/>
            </a:pPr>
            <a:r>
              <a:rPr lang="en-US" sz="2800" dirty="0" smtClean="0">
                <a:solidFill>
                  <a:schemeClr val="tx1"/>
                </a:solidFill>
              </a:rPr>
              <a:t>Equality</a:t>
            </a:r>
            <a:r>
              <a:rPr lang="en-US" sz="2800" dirty="0">
                <a:solidFill>
                  <a:schemeClr val="tx1"/>
                </a:solidFill>
              </a:rPr>
              <a:t>?</a:t>
            </a:r>
          </a:p>
          <a:p>
            <a:pPr marL="457200" indent="-457200" algn="l">
              <a:buFont typeface="Arial" pitchFamily="34" charset="0"/>
              <a:buChar char="•"/>
            </a:pPr>
            <a:r>
              <a:rPr lang="en-US" sz="2800" dirty="0" smtClean="0">
                <a:solidFill>
                  <a:schemeClr val="tx1"/>
                </a:solidFill>
              </a:rPr>
              <a:t>Fairness</a:t>
            </a:r>
            <a:r>
              <a:rPr lang="en-US" sz="2800" dirty="0">
                <a:solidFill>
                  <a:schemeClr val="tx1"/>
                </a:solidFill>
              </a:rPr>
              <a:t>?</a:t>
            </a:r>
          </a:p>
          <a:p>
            <a:pPr marL="457200" indent="-457200" algn="l">
              <a:buFont typeface="Arial" pitchFamily="34" charset="0"/>
              <a:buChar char="•"/>
            </a:pPr>
            <a:r>
              <a:rPr lang="en-US" sz="2800" dirty="0" smtClean="0">
                <a:solidFill>
                  <a:schemeClr val="tx1"/>
                </a:solidFill>
              </a:rPr>
              <a:t>Getting </a:t>
            </a:r>
            <a:r>
              <a:rPr lang="en-US" sz="2800" dirty="0">
                <a:solidFill>
                  <a:schemeClr val="tx1"/>
                </a:solidFill>
              </a:rPr>
              <a:t>what we Deserve?</a:t>
            </a:r>
          </a:p>
          <a:p>
            <a:pPr marL="457200" indent="-457200" algn="l">
              <a:buFont typeface="Arial" pitchFamily="34" charset="0"/>
              <a:buChar char="•"/>
            </a:pPr>
            <a:r>
              <a:rPr lang="en-US" sz="2800" dirty="0" smtClean="0">
                <a:solidFill>
                  <a:schemeClr val="tx1"/>
                </a:solidFill>
              </a:rPr>
              <a:t>Or getting </a:t>
            </a:r>
            <a:r>
              <a:rPr lang="en-US" sz="2800" dirty="0">
                <a:solidFill>
                  <a:schemeClr val="tx1"/>
                </a:solidFill>
              </a:rPr>
              <a:t>what we Need? </a:t>
            </a:r>
          </a:p>
          <a:p>
            <a:pPr algn="l"/>
            <a:endParaRPr lang="en-US" sz="2800" dirty="0">
              <a:solidFill>
                <a:schemeClr val="tx1"/>
              </a:solidFill>
            </a:endParaRPr>
          </a:p>
          <a:p>
            <a:pPr algn="l"/>
            <a:endParaRPr lang="en-US" dirty="0">
              <a:solidFill>
                <a:schemeClr val="tx1"/>
              </a:solidFill>
            </a:endParaRPr>
          </a:p>
          <a:p>
            <a:pPr algn="l"/>
            <a:endParaRPr lang="en-US" dirty="0" smtClean="0">
              <a:solidFill>
                <a:schemeClr val="tx1"/>
              </a:solidFill>
            </a:endParaRPr>
          </a:p>
          <a:p>
            <a:pPr algn="l"/>
            <a:endParaRPr lang="en-US" dirty="0">
              <a:solidFill>
                <a:schemeClr val="tx1"/>
              </a:solidFill>
            </a:endParaRPr>
          </a:p>
        </p:txBody>
      </p:sp>
      <p:sp>
        <p:nvSpPr>
          <p:cNvPr id="11" name="Footer Placeholder 6"/>
          <p:cNvSpPr>
            <a:spLocks noGrp="1"/>
          </p:cNvSpPr>
          <p:nvPr>
            <p:ph type="ftr" sz="quarter" idx="11"/>
          </p:nvPr>
        </p:nvSpPr>
        <p:spPr>
          <a:xfrm>
            <a:off x="34636" y="6626945"/>
            <a:ext cx="2860964" cy="249385"/>
          </a:xfrm>
        </p:spPr>
        <p:txBody>
          <a:bodyPr/>
          <a:lstStyle/>
          <a:p>
            <a:pPr algn="l"/>
            <a:r>
              <a:rPr lang="en-US" sz="800" b="1" dirty="0" smtClean="0">
                <a:solidFill>
                  <a:schemeClr val="bg1"/>
                </a:solidFill>
              </a:rPr>
              <a:t>© 2013 Cengage Learning. All Rights Reserved. </a:t>
            </a:r>
            <a:endParaRPr lang="en-US" sz="800" b="1" dirty="0">
              <a:solidFill>
                <a:schemeClr val="bg1"/>
              </a:solidFill>
            </a:endParaRPr>
          </a:p>
        </p:txBody>
      </p:sp>
      <p:sp>
        <p:nvSpPr>
          <p:cNvPr id="8" name="Slide Number Placeholder 7"/>
          <p:cNvSpPr>
            <a:spLocks noGrp="1"/>
          </p:cNvSpPr>
          <p:nvPr>
            <p:ph type="sldNum" sz="quarter" idx="12"/>
          </p:nvPr>
        </p:nvSpPr>
        <p:spPr>
          <a:xfrm>
            <a:off x="8534400" y="6638280"/>
            <a:ext cx="586906" cy="226714"/>
          </a:xfrm>
        </p:spPr>
        <p:txBody>
          <a:bodyPr/>
          <a:lstStyle/>
          <a:p>
            <a:fld id="{2A7F9223-B69B-4AA9-B6C4-9B69EF94F2BD}" type="slidenum">
              <a:rPr lang="en-US" sz="800" smtClean="0">
                <a:solidFill>
                  <a:schemeClr val="accent1"/>
                </a:solidFill>
              </a:rPr>
              <a:pPr/>
              <a:t>4</a:t>
            </a:fld>
            <a:endParaRPr lang="en-US" sz="800" dirty="0">
              <a:solidFill>
                <a:schemeClr val="accent1"/>
              </a:solidFill>
            </a:endParaRPr>
          </a:p>
        </p:txBody>
      </p:sp>
    </p:spTree>
    <p:extLst>
      <p:ext uri="{BB962C8B-B14F-4D97-AF65-F5344CB8AC3E}">
        <p14:creationId xmlns:p14="http://schemas.microsoft.com/office/powerpoint/2010/main" val="4054947633"/>
      </p:ext>
    </p:extLst>
  </p:cSld>
  <p:clrMapOvr>
    <a:masterClrMapping/>
  </p:clrMapOvr>
  <p:transition spd="slow">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1066800" y="152400"/>
            <a:ext cx="7938052" cy="6477000"/>
          </a:xfrm>
          <a:prstGeom prst="rect">
            <a:avLst/>
          </a:prstGeom>
          <a:solidFill>
            <a:schemeClr val="bg1"/>
          </a:solidFill>
          <a:ln w="38100" cap="rnd">
            <a:noFill/>
            <a:round/>
          </a:ln>
          <a:effectLst>
            <a:outerShdw blurRad="88900" dist="889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400" y="152400"/>
            <a:ext cx="914400" cy="6477000"/>
          </a:xfrm>
          <a:prstGeom prst="rect">
            <a:avLst/>
          </a:prstGeom>
        </p:spPr>
      </p:pic>
      <p:sp>
        <p:nvSpPr>
          <p:cNvPr id="7" name="Footer Placeholder 6"/>
          <p:cNvSpPr>
            <a:spLocks noGrp="1"/>
          </p:cNvSpPr>
          <p:nvPr>
            <p:ph type="ftr" sz="quarter" idx="11"/>
          </p:nvPr>
        </p:nvSpPr>
        <p:spPr>
          <a:xfrm>
            <a:off x="34636" y="6626945"/>
            <a:ext cx="8118764" cy="249385"/>
          </a:xfrm>
        </p:spPr>
        <p:txBody>
          <a:bodyPr/>
          <a:lstStyle/>
          <a:p>
            <a:pPr algn="l"/>
            <a:r>
              <a:rPr lang="en-US" sz="800" b="1" dirty="0" smtClean="0">
                <a:solidFill>
                  <a:schemeClr val="bg1"/>
                </a:solidFill>
              </a:rPr>
              <a:t>© 2013 Cengage Learning. All Rights Reserved. </a:t>
            </a:r>
            <a:endParaRPr lang="en-US" sz="800" b="1" dirty="0">
              <a:solidFill>
                <a:schemeClr val="bg1"/>
              </a:solidFill>
            </a:endParaRPr>
          </a:p>
        </p:txBody>
      </p:sp>
      <p:sp>
        <p:nvSpPr>
          <p:cNvPr id="8" name="Slide Number Placeholder 7"/>
          <p:cNvSpPr>
            <a:spLocks noGrp="1"/>
          </p:cNvSpPr>
          <p:nvPr>
            <p:ph type="sldNum" sz="quarter" idx="12"/>
          </p:nvPr>
        </p:nvSpPr>
        <p:spPr>
          <a:xfrm>
            <a:off x="8534400" y="6638280"/>
            <a:ext cx="586906" cy="226714"/>
          </a:xfrm>
        </p:spPr>
        <p:txBody>
          <a:bodyPr/>
          <a:lstStyle/>
          <a:p>
            <a:fld id="{2A7F9223-B69B-4AA9-B6C4-9B69EF94F2BD}" type="slidenum">
              <a:rPr lang="en-US" sz="800" smtClean="0">
                <a:solidFill>
                  <a:schemeClr val="accent1"/>
                </a:solidFill>
              </a:rPr>
              <a:pPr/>
              <a:t>5</a:t>
            </a:fld>
            <a:endParaRPr lang="en-US" sz="800" dirty="0">
              <a:solidFill>
                <a:schemeClr val="accent1"/>
              </a:solidFill>
            </a:endParaRPr>
          </a:p>
        </p:txBody>
      </p:sp>
      <p:pic>
        <p:nvPicPr>
          <p:cNvPr id="11" name="Picture 10"/>
          <p:cNvPicPr>
            <a:picLocks noChangeAspect="1"/>
          </p:cNvPicPr>
          <p:nvPr/>
        </p:nvPicPr>
        <p:blipFill>
          <a:blip r:embed="rId4"/>
          <a:stretch>
            <a:fillRect/>
          </a:stretch>
        </p:blipFill>
        <p:spPr>
          <a:xfrm>
            <a:off x="932406" y="533400"/>
            <a:ext cx="3714750" cy="3962399"/>
          </a:xfrm>
          <a:prstGeom prst="rect">
            <a:avLst/>
          </a:prstGeom>
          <a:ln>
            <a:solidFill>
              <a:schemeClr val="accent1"/>
            </a:solidFill>
          </a:ln>
        </p:spPr>
      </p:pic>
      <p:pic>
        <p:nvPicPr>
          <p:cNvPr id="12" name="Picture 11"/>
          <p:cNvPicPr>
            <a:picLocks noChangeAspect="1"/>
          </p:cNvPicPr>
          <p:nvPr/>
        </p:nvPicPr>
        <p:blipFill>
          <a:blip r:embed="rId5"/>
          <a:stretch>
            <a:fillRect/>
          </a:stretch>
        </p:blipFill>
        <p:spPr>
          <a:xfrm>
            <a:off x="4648200" y="2692051"/>
            <a:ext cx="4016827" cy="3124200"/>
          </a:xfrm>
          <a:prstGeom prst="rect">
            <a:avLst/>
          </a:prstGeom>
        </p:spPr>
      </p:pic>
      <p:sp>
        <p:nvSpPr>
          <p:cNvPr id="2" name="Rectangle 1"/>
          <p:cNvSpPr/>
          <p:nvPr/>
        </p:nvSpPr>
        <p:spPr>
          <a:xfrm>
            <a:off x="5033277" y="914400"/>
            <a:ext cx="3456203" cy="1323439"/>
          </a:xfrm>
          <a:prstGeom prst="rect">
            <a:avLst/>
          </a:prstGeom>
          <a:noFill/>
        </p:spPr>
        <p:txBody>
          <a:bodyPr wrap="none" lIns="91440" tIns="45720" rIns="91440" bIns="45720">
            <a:spAutoFit/>
          </a:bodyPr>
          <a:lstStyle/>
          <a:p>
            <a:pPr algn="ctr"/>
            <a:r>
              <a:rPr lang="en-US" sz="4000" b="1" cap="none" spc="0" dirty="0" smtClean="0">
                <a:ln w="12700">
                  <a:solidFill>
                    <a:schemeClr val="tx2">
                      <a:satMod val="155000"/>
                    </a:schemeClr>
                  </a:solidFill>
                  <a:prstDash val="solid"/>
                </a:ln>
                <a:effectLst>
                  <a:outerShdw blurRad="41275" dist="20320" dir="1800000" algn="tl" rotWithShape="0">
                    <a:srgbClr val="000000">
                      <a:alpha val="40000"/>
                    </a:srgbClr>
                  </a:outerShdw>
                </a:effectLst>
              </a:rPr>
              <a:t>Eye for Eye</a:t>
            </a:r>
          </a:p>
          <a:p>
            <a:pPr algn="ctr"/>
            <a:r>
              <a:rPr lang="en-US" sz="4000" b="1" dirty="0" smtClean="0">
                <a:ln w="12700">
                  <a:solidFill>
                    <a:schemeClr val="tx2">
                      <a:satMod val="155000"/>
                    </a:schemeClr>
                  </a:solidFill>
                  <a:prstDash val="solid"/>
                </a:ln>
                <a:effectLst>
                  <a:outerShdw blurRad="41275" dist="20320" dir="1800000" algn="tl" rotWithShape="0">
                    <a:srgbClr val="000000">
                      <a:alpha val="40000"/>
                    </a:srgbClr>
                  </a:outerShdw>
                </a:effectLst>
              </a:rPr>
              <a:t>Tooth for Tooth</a:t>
            </a:r>
            <a:endParaRPr lang="en-US" sz="4000" b="1" cap="none" spc="0" dirty="0">
              <a:ln w="12700">
                <a:solidFill>
                  <a:schemeClr val="tx2">
                    <a:satMod val="155000"/>
                  </a:schemeClr>
                </a:solidFill>
                <a:prstDash val="solid"/>
              </a:ln>
              <a:effectLst>
                <a:outerShdw blurRad="41275" dist="20320" dir="1800000" algn="tl" rotWithShape="0">
                  <a:srgbClr val="000000">
                    <a:alpha val="40000"/>
                  </a:srgbClr>
                </a:outerShdw>
              </a:effectLst>
            </a:endParaRPr>
          </a:p>
        </p:txBody>
      </p:sp>
    </p:spTree>
    <p:extLst>
      <p:ext uri="{BB962C8B-B14F-4D97-AF65-F5344CB8AC3E}">
        <p14:creationId xmlns:p14="http://schemas.microsoft.com/office/powerpoint/2010/main" val="1557091941"/>
      </p:ext>
    </p:extLst>
  </p:cSld>
  <p:clrMapOvr>
    <a:masterClrMapping/>
  </p:clrMapOvr>
  <p:transition spd="slow">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1066800" y="152400"/>
            <a:ext cx="7938052" cy="6477000"/>
          </a:xfrm>
          <a:prstGeom prst="rect">
            <a:avLst/>
          </a:prstGeom>
          <a:solidFill>
            <a:schemeClr val="bg1"/>
          </a:solidFill>
          <a:ln w="38100" cap="rnd">
            <a:noFill/>
            <a:round/>
          </a:ln>
          <a:effectLst>
            <a:outerShdw blurRad="88900" dist="889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400" y="152400"/>
            <a:ext cx="914400" cy="6477000"/>
          </a:xfrm>
          <a:prstGeom prst="rect">
            <a:avLst/>
          </a:prstGeom>
        </p:spPr>
      </p:pic>
      <p:sp>
        <p:nvSpPr>
          <p:cNvPr id="3" name="Subtitle 2"/>
          <p:cNvSpPr>
            <a:spLocks noGrp="1"/>
          </p:cNvSpPr>
          <p:nvPr>
            <p:ph type="subTitle" idx="1"/>
          </p:nvPr>
        </p:nvSpPr>
        <p:spPr>
          <a:xfrm>
            <a:off x="1302026" y="990600"/>
            <a:ext cx="7467600" cy="4943306"/>
          </a:xfrm>
        </p:spPr>
        <p:txBody>
          <a:bodyPr anchor="ctr">
            <a:normAutofit fontScale="77500" lnSpcReduction="20000"/>
          </a:bodyPr>
          <a:lstStyle/>
          <a:p>
            <a:pPr algn="l"/>
            <a:endParaRPr lang="en-US" sz="3600" b="1" dirty="0" smtClean="0">
              <a:solidFill>
                <a:schemeClr val="accent3">
                  <a:lumMod val="50000"/>
                </a:schemeClr>
              </a:solidFill>
              <a:effectLst>
                <a:outerShdw blurRad="38100" dist="38100" dir="2700000" algn="tl">
                  <a:srgbClr val="000000">
                    <a:alpha val="43137"/>
                  </a:srgbClr>
                </a:outerShdw>
              </a:effectLst>
              <a:latin typeface="Georgia" pitchFamily="18" charset="0"/>
              <a:ea typeface="+mj-ea"/>
              <a:cs typeface="+mj-cs"/>
            </a:endParaRPr>
          </a:p>
          <a:p>
            <a:pPr algn="l"/>
            <a:r>
              <a:rPr lang="en-US" sz="3600" b="1" dirty="0" smtClean="0">
                <a:solidFill>
                  <a:schemeClr val="accent3">
                    <a:lumMod val="50000"/>
                  </a:schemeClr>
                </a:solidFill>
                <a:effectLst>
                  <a:outerShdw blurRad="38100" dist="38100" dir="2700000" algn="tl">
                    <a:srgbClr val="000000">
                      <a:alpha val="43137"/>
                    </a:srgbClr>
                  </a:outerShdw>
                </a:effectLst>
                <a:latin typeface="Georgia" pitchFamily="18" charset="0"/>
                <a:ea typeface="+mj-ea"/>
                <a:cs typeface="+mj-cs"/>
              </a:rPr>
              <a:t>RETRIBUTIVE JUSTICE</a:t>
            </a:r>
          </a:p>
          <a:p>
            <a:pPr algn="l"/>
            <a:endParaRPr lang="en-US" dirty="0" smtClean="0"/>
          </a:p>
          <a:p>
            <a:r>
              <a:rPr lang="en-US" sz="3500" b="1" u="sng" dirty="0" smtClean="0">
                <a:solidFill>
                  <a:schemeClr val="tx1"/>
                </a:solidFill>
              </a:rPr>
              <a:t>Crime </a:t>
            </a:r>
            <a:r>
              <a:rPr lang="en-US" sz="3500" b="1" u="sng" dirty="0">
                <a:solidFill>
                  <a:schemeClr val="tx1"/>
                </a:solidFill>
              </a:rPr>
              <a:t>and Punishment </a:t>
            </a:r>
            <a:endParaRPr lang="en-US" sz="3500" b="1" u="sng" dirty="0" smtClean="0">
              <a:solidFill>
                <a:schemeClr val="tx1"/>
              </a:solidFill>
            </a:endParaRPr>
          </a:p>
          <a:p>
            <a:pPr algn="l"/>
            <a:endParaRPr lang="en-US" sz="3500" b="1" u="sng" dirty="0">
              <a:solidFill>
                <a:schemeClr val="tx1"/>
              </a:solidFill>
            </a:endParaRPr>
          </a:p>
          <a:p>
            <a:pPr marL="457200" indent="-457200" algn="l">
              <a:lnSpc>
                <a:spcPct val="120000"/>
              </a:lnSpc>
              <a:buFont typeface="Arial" pitchFamily="34" charset="0"/>
              <a:buChar char="•"/>
            </a:pPr>
            <a:r>
              <a:rPr lang="en-US" sz="3500" dirty="0" smtClean="0">
                <a:solidFill>
                  <a:schemeClr val="tx1"/>
                </a:solidFill>
              </a:rPr>
              <a:t>Also called as ‘Criminal Justice’</a:t>
            </a:r>
            <a:endParaRPr lang="en-US" sz="3500" dirty="0">
              <a:solidFill>
                <a:schemeClr val="tx1"/>
              </a:solidFill>
            </a:endParaRPr>
          </a:p>
          <a:p>
            <a:pPr marL="457200" indent="-457200" algn="l">
              <a:lnSpc>
                <a:spcPct val="120000"/>
              </a:lnSpc>
              <a:buFont typeface="Arial" pitchFamily="34" charset="0"/>
              <a:buChar char="•"/>
            </a:pPr>
            <a:r>
              <a:rPr lang="en-US" sz="3500" dirty="0" smtClean="0">
                <a:solidFill>
                  <a:schemeClr val="tx1"/>
                </a:solidFill>
              </a:rPr>
              <a:t>“Let the punishment fit the crime”</a:t>
            </a:r>
          </a:p>
          <a:p>
            <a:pPr marL="457200" indent="-457200" algn="l">
              <a:lnSpc>
                <a:spcPct val="120000"/>
              </a:lnSpc>
              <a:buFont typeface="Arial" pitchFamily="34" charset="0"/>
              <a:buChar char="•"/>
            </a:pPr>
            <a:r>
              <a:rPr lang="en-US" sz="3500" dirty="0">
                <a:solidFill>
                  <a:schemeClr val="tx1"/>
                </a:solidFill>
              </a:rPr>
              <a:t>Severity of penalty for a misdeed and wrongdoing should be reasonable and proportionate to the severity of the infraction</a:t>
            </a:r>
          </a:p>
          <a:p>
            <a:pPr algn="l"/>
            <a:endParaRPr lang="en-US" sz="3500" dirty="0" smtClean="0"/>
          </a:p>
          <a:p>
            <a:pPr algn="l"/>
            <a:endParaRPr lang="en-US" dirty="0">
              <a:solidFill>
                <a:schemeClr val="tx1"/>
              </a:solidFill>
            </a:endParaRPr>
          </a:p>
          <a:p>
            <a:pPr algn="l"/>
            <a:endParaRPr lang="en-US" dirty="0" smtClean="0">
              <a:solidFill>
                <a:schemeClr val="tx1"/>
              </a:solidFill>
            </a:endParaRPr>
          </a:p>
          <a:p>
            <a:pPr algn="l"/>
            <a:endParaRPr lang="en-US" dirty="0">
              <a:solidFill>
                <a:schemeClr val="tx1"/>
              </a:solidFill>
            </a:endParaRPr>
          </a:p>
        </p:txBody>
      </p:sp>
      <p:sp>
        <p:nvSpPr>
          <p:cNvPr id="11" name="Footer Placeholder 6"/>
          <p:cNvSpPr>
            <a:spLocks noGrp="1"/>
          </p:cNvSpPr>
          <p:nvPr>
            <p:ph type="ftr" sz="quarter" idx="11"/>
          </p:nvPr>
        </p:nvSpPr>
        <p:spPr>
          <a:xfrm>
            <a:off x="34636" y="6626945"/>
            <a:ext cx="2860964" cy="249385"/>
          </a:xfrm>
        </p:spPr>
        <p:txBody>
          <a:bodyPr/>
          <a:lstStyle/>
          <a:p>
            <a:pPr algn="l"/>
            <a:r>
              <a:rPr lang="en-US" sz="800" b="1" dirty="0" smtClean="0">
                <a:solidFill>
                  <a:schemeClr val="bg1"/>
                </a:solidFill>
              </a:rPr>
              <a:t>© 2013 Cengage Learning. All Rights Reserved. </a:t>
            </a:r>
            <a:endParaRPr lang="en-US" sz="800" b="1" dirty="0">
              <a:solidFill>
                <a:schemeClr val="bg1"/>
              </a:solidFill>
            </a:endParaRPr>
          </a:p>
        </p:txBody>
      </p:sp>
      <p:sp>
        <p:nvSpPr>
          <p:cNvPr id="8" name="Slide Number Placeholder 7"/>
          <p:cNvSpPr>
            <a:spLocks noGrp="1"/>
          </p:cNvSpPr>
          <p:nvPr>
            <p:ph type="sldNum" sz="quarter" idx="12"/>
          </p:nvPr>
        </p:nvSpPr>
        <p:spPr>
          <a:xfrm>
            <a:off x="8534400" y="6638280"/>
            <a:ext cx="586906" cy="226714"/>
          </a:xfrm>
        </p:spPr>
        <p:txBody>
          <a:bodyPr/>
          <a:lstStyle/>
          <a:p>
            <a:fld id="{2A7F9223-B69B-4AA9-B6C4-9B69EF94F2BD}" type="slidenum">
              <a:rPr lang="en-US" sz="800" smtClean="0">
                <a:solidFill>
                  <a:schemeClr val="accent1"/>
                </a:solidFill>
              </a:rPr>
              <a:pPr/>
              <a:t>6</a:t>
            </a:fld>
            <a:endParaRPr lang="en-US" sz="800" dirty="0">
              <a:solidFill>
                <a:schemeClr val="accent1"/>
              </a:solidFill>
            </a:endParaRPr>
          </a:p>
        </p:txBody>
      </p:sp>
    </p:spTree>
    <p:extLst>
      <p:ext uri="{BB962C8B-B14F-4D97-AF65-F5344CB8AC3E}">
        <p14:creationId xmlns:p14="http://schemas.microsoft.com/office/powerpoint/2010/main" val="705631945"/>
      </p:ext>
    </p:extLst>
  </p:cSld>
  <p:clrMapOvr>
    <a:masterClrMapping/>
  </p:clrMapOvr>
  <p:transition spd="slow">
    <p:fade thruBlk="1"/>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1066800" y="152400"/>
            <a:ext cx="7938052" cy="6477000"/>
          </a:xfrm>
          <a:prstGeom prst="rect">
            <a:avLst/>
          </a:prstGeom>
          <a:solidFill>
            <a:schemeClr val="bg1"/>
          </a:solidFill>
          <a:ln w="38100" cap="rnd">
            <a:noFill/>
            <a:round/>
          </a:ln>
          <a:effectLst>
            <a:outerShdw blurRad="88900" dist="889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400" y="152400"/>
            <a:ext cx="914400" cy="6477000"/>
          </a:xfrm>
          <a:prstGeom prst="rect">
            <a:avLst/>
          </a:prstGeom>
        </p:spPr>
      </p:pic>
      <p:sp>
        <p:nvSpPr>
          <p:cNvPr id="2" name="Title 1"/>
          <p:cNvSpPr>
            <a:spLocks noGrp="1"/>
          </p:cNvSpPr>
          <p:nvPr>
            <p:ph type="ctrTitle"/>
          </p:nvPr>
        </p:nvSpPr>
        <p:spPr>
          <a:xfrm>
            <a:off x="1295401" y="406401"/>
            <a:ext cx="7467600" cy="835502"/>
          </a:xfrm>
        </p:spPr>
        <p:txBody>
          <a:bodyPr>
            <a:normAutofit fontScale="90000"/>
          </a:bodyPr>
          <a:lstStyle/>
          <a:p>
            <a:pPr algn="l"/>
            <a:r>
              <a:rPr lang="en-US" sz="3600" dirty="0" smtClean="0">
                <a:solidFill>
                  <a:schemeClr val="accent3">
                    <a:lumMod val="50000"/>
                  </a:schemeClr>
                </a:solidFill>
                <a:effectLst>
                  <a:outerShdw blurRad="38100" dist="38100" dir="2700000" algn="tl">
                    <a:srgbClr val="000000">
                      <a:alpha val="43137"/>
                    </a:srgbClr>
                  </a:outerShdw>
                </a:effectLst>
                <a:latin typeface="Georgia" pitchFamily="18" charset="0"/>
              </a:rPr>
              <a:t/>
            </a:r>
            <a:br>
              <a:rPr lang="en-US" sz="3600" dirty="0" smtClean="0">
                <a:solidFill>
                  <a:schemeClr val="accent3">
                    <a:lumMod val="50000"/>
                  </a:schemeClr>
                </a:solidFill>
                <a:effectLst>
                  <a:outerShdw blurRad="38100" dist="38100" dir="2700000" algn="tl">
                    <a:srgbClr val="000000">
                      <a:alpha val="43137"/>
                    </a:srgbClr>
                  </a:outerShdw>
                </a:effectLst>
                <a:latin typeface="Georgia" pitchFamily="18" charset="0"/>
              </a:rPr>
            </a:br>
            <a:r>
              <a:rPr lang="en-US" sz="4000" dirty="0" smtClean="0">
                <a:solidFill>
                  <a:schemeClr val="accent3">
                    <a:lumMod val="50000"/>
                  </a:schemeClr>
                </a:solidFill>
                <a:effectLst>
                  <a:outerShdw blurRad="38100" dist="38100" dir="2700000" algn="tl">
                    <a:srgbClr val="000000">
                      <a:alpha val="43137"/>
                    </a:srgbClr>
                  </a:outerShdw>
                </a:effectLst>
                <a:latin typeface="Georgia" pitchFamily="18" charset="0"/>
              </a:rPr>
              <a:t>DISTRIBUTIVE JUSTICE </a:t>
            </a:r>
            <a:br>
              <a:rPr lang="en-US" sz="4000" dirty="0" smtClean="0">
                <a:solidFill>
                  <a:schemeClr val="accent3">
                    <a:lumMod val="50000"/>
                  </a:schemeClr>
                </a:solidFill>
                <a:effectLst>
                  <a:outerShdw blurRad="38100" dist="38100" dir="2700000" algn="tl">
                    <a:srgbClr val="000000">
                      <a:alpha val="43137"/>
                    </a:srgbClr>
                  </a:outerShdw>
                </a:effectLst>
                <a:latin typeface="Georgia" pitchFamily="18" charset="0"/>
              </a:rPr>
            </a:br>
            <a:endParaRPr lang="en-US" sz="4000" dirty="0">
              <a:solidFill>
                <a:schemeClr val="accent3">
                  <a:lumMod val="50000"/>
                </a:schemeClr>
              </a:solidFill>
              <a:effectLst>
                <a:outerShdw blurRad="38100" dist="38100" dir="2700000" algn="tl">
                  <a:srgbClr val="000000">
                    <a:alpha val="43137"/>
                  </a:srgbClr>
                </a:outerShdw>
              </a:effectLst>
              <a:latin typeface="Georgia" pitchFamily="18" charset="0"/>
            </a:endParaRPr>
          </a:p>
        </p:txBody>
      </p:sp>
      <p:sp>
        <p:nvSpPr>
          <p:cNvPr id="3" name="Subtitle 2"/>
          <p:cNvSpPr>
            <a:spLocks noGrp="1"/>
          </p:cNvSpPr>
          <p:nvPr>
            <p:ph type="subTitle" idx="1"/>
          </p:nvPr>
        </p:nvSpPr>
        <p:spPr>
          <a:xfrm>
            <a:off x="1212997" y="1390191"/>
            <a:ext cx="7467600" cy="5088466"/>
          </a:xfrm>
        </p:spPr>
        <p:txBody>
          <a:bodyPr anchor="ctr">
            <a:normAutofit/>
          </a:bodyPr>
          <a:lstStyle/>
          <a:p>
            <a:pPr algn="l"/>
            <a:r>
              <a:rPr lang="en-US" sz="2800" b="1" u="sng" dirty="0">
                <a:solidFill>
                  <a:schemeClr val="tx1"/>
                </a:solidFill>
              </a:rPr>
              <a:t>Benefits and Burdens </a:t>
            </a:r>
          </a:p>
          <a:p>
            <a:pPr algn="l"/>
            <a:endParaRPr lang="en-US" sz="2800" dirty="0">
              <a:solidFill>
                <a:schemeClr val="tx1"/>
              </a:solidFill>
            </a:endParaRPr>
          </a:p>
          <a:p>
            <a:pPr marL="457200" indent="-457200" algn="l">
              <a:buFont typeface="Arial" pitchFamily="34" charset="0"/>
              <a:buChar char="•"/>
            </a:pPr>
            <a:r>
              <a:rPr lang="en-US" sz="2800" dirty="0" smtClean="0">
                <a:solidFill>
                  <a:schemeClr val="tx1"/>
                </a:solidFill>
              </a:rPr>
              <a:t>Fair and proper distribution of public benefits </a:t>
            </a:r>
            <a:r>
              <a:rPr lang="en-US" sz="2800" dirty="0">
                <a:solidFill>
                  <a:schemeClr val="tx1"/>
                </a:solidFill>
              </a:rPr>
              <a:t>and burdens </a:t>
            </a:r>
            <a:endParaRPr lang="en-US" sz="2800" dirty="0" smtClean="0">
              <a:solidFill>
                <a:schemeClr val="tx1"/>
              </a:solidFill>
            </a:endParaRPr>
          </a:p>
          <a:p>
            <a:pPr marL="457200" indent="-457200" algn="l">
              <a:buFont typeface="Arial" pitchFamily="34" charset="0"/>
              <a:buChar char="•"/>
            </a:pPr>
            <a:r>
              <a:rPr lang="en-US" sz="2800" dirty="0" smtClean="0">
                <a:solidFill>
                  <a:schemeClr val="tx1"/>
                </a:solidFill>
              </a:rPr>
              <a:t>Benefits = wealth, goods, privilege &amp; power</a:t>
            </a:r>
          </a:p>
          <a:p>
            <a:pPr marL="457200" indent="-457200" algn="l">
              <a:buFont typeface="Arial" pitchFamily="34" charset="0"/>
              <a:buChar char="•"/>
            </a:pPr>
            <a:r>
              <a:rPr lang="en-US" sz="2800" dirty="0" smtClean="0">
                <a:solidFill>
                  <a:schemeClr val="tx1"/>
                </a:solidFill>
              </a:rPr>
              <a:t>Burdens= work &amp; cost to be paid for development of society </a:t>
            </a:r>
            <a:endParaRPr lang="en-US" sz="2800" dirty="0">
              <a:solidFill>
                <a:schemeClr val="tx1"/>
              </a:solidFill>
            </a:endParaRPr>
          </a:p>
          <a:p>
            <a:pPr marL="457200" indent="-457200" algn="l">
              <a:buFont typeface="Arial" pitchFamily="34" charset="0"/>
              <a:buChar char="•"/>
            </a:pPr>
            <a:endParaRPr lang="en-US" sz="2800" dirty="0">
              <a:solidFill>
                <a:schemeClr val="tx1"/>
              </a:solidFill>
            </a:endParaRPr>
          </a:p>
          <a:p>
            <a:pPr algn="l"/>
            <a:endParaRPr lang="en-US" sz="2800" dirty="0">
              <a:solidFill>
                <a:schemeClr val="tx1"/>
              </a:solidFill>
            </a:endParaRPr>
          </a:p>
          <a:p>
            <a:pPr algn="l"/>
            <a:r>
              <a:rPr lang="en-US" sz="2800" dirty="0">
                <a:solidFill>
                  <a:schemeClr val="tx1"/>
                </a:solidFill>
              </a:rPr>
              <a:t> </a:t>
            </a:r>
          </a:p>
          <a:p>
            <a:pPr algn="l"/>
            <a:endParaRPr lang="en-US" sz="2800" dirty="0" smtClean="0">
              <a:solidFill>
                <a:schemeClr val="tx1"/>
              </a:solidFill>
            </a:endParaRPr>
          </a:p>
        </p:txBody>
      </p:sp>
      <p:sp>
        <p:nvSpPr>
          <p:cNvPr id="7" name="Footer Placeholder 6"/>
          <p:cNvSpPr>
            <a:spLocks noGrp="1"/>
          </p:cNvSpPr>
          <p:nvPr>
            <p:ph type="ftr" sz="quarter" idx="11"/>
          </p:nvPr>
        </p:nvSpPr>
        <p:spPr>
          <a:xfrm>
            <a:off x="34636" y="6626945"/>
            <a:ext cx="8118764" cy="249385"/>
          </a:xfrm>
        </p:spPr>
        <p:txBody>
          <a:bodyPr/>
          <a:lstStyle/>
          <a:p>
            <a:pPr algn="l"/>
            <a:r>
              <a:rPr lang="en-US" sz="800" b="1" dirty="0" smtClean="0">
                <a:solidFill>
                  <a:prstClr val="white"/>
                </a:solidFill>
              </a:rPr>
              <a:t>© 2013 Cengage Learning. All Rights Reserved. </a:t>
            </a:r>
            <a:endParaRPr lang="en-US" sz="800" b="1" dirty="0">
              <a:solidFill>
                <a:prstClr val="white"/>
              </a:solidFill>
            </a:endParaRPr>
          </a:p>
        </p:txBody>
      </p:sp>
      <p:sp>
        <p:nvSpPr>
          <p:cNvPr id="8" name="Slide Number Placeholder 7"/>
          <p:cNvSpPr>
            <a:spLocks noGrp="1"/>
          </p:cNvSpPr>
          <p:nvPr>
            <p:ph type="sldNum" sz="quarter" idx="12"/>
          </p:nvPr>
        </p:nvSpPr>
        <p:spPr>
          <a:xfrm>
            <a:off x="8534400" y="6638280"/>
            <a:ext cx="586906" cy="226714"/>
          </a:xfrm>
        </p:spPr>
        <p:txBody>
          <a:bodyPr/>
          <a:lstStyle/>
          <a:p>
            <a:fld id="{2A7F9223-B69B-4AA9-B6C4-9B69EF94F2BD}" type="slidenum">
              <a:rPr lang="en-US" sz="800" smtClean="0">
                <a:solidFill>
                  <a:srgbClr val="4F81BD"/>
                </a:solidFill>
              </a:rPr>
              <a:pPr/>
              <a:t>7</a:t>
            </a:fld>
            <a:endParaRPr lang="en-US" sz="800" dirty="0">
              <a:solidFill>
                <a:srgbClr val="4F81BD"/>
              </a:solidFill>
            </a:endParaRPr>
          </a:p>
        </p:txBody>
      </p:sp>
    </p:spTree>
    <p:extLst>
      <p:ext uri="{BB962C8B-B14F-4D97-AF65-F5344CB8AC3E}">
        <p14:creationId xmlns:p14="http://schemas.microsoft.com/office/powerpoint/2010/main" val="1385773255"/>
      </p:ext>
    </p:extLst>
  </p:cSld>
  <p:clrMapOvr>
    <a:masterClrMapping/>
  </p:clrMapOvr>
  <p:transition spd="slow">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1066800" y="152400"/>
            <a:ext cx="7938052" cy="6477000"/>
          </a:xfrm>
          <a:prstGeom prst="rect">
            <a:avLst/>
          </a:prstGeom>
          <a:solidFill>
            <a:schemeClr val="bg1"/>
          </a:solidFill>
          <a:ln w="38100" cap="rnd">
            <a:noFill/>
            <a:round/>
          </a:ln>
          <a:effectLst>
            <a:outerShdw blurRad="88900" dist="889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400" y="152400"/>
            <a:ext cx="914400" cy="6477000"/>
          </a:xfrm>
          <a:prstGeom prst="rect">
            <a:avLst/>
          </a:prstGeom>
        </p:spPr>
      </p:pic>
      <p:sp>
        <p:nvSpPr>
          <p:cNvPr id="3" name="Subtitle 2"/>
          <p:cNvSpPr>
            <a:spLocks noGrp="1"/>
          </p:cNvSpPr>
          <p:nvPr>
            <p:ph type="subTitle" idx="1"/>
          </p:nvPr>
        </p:nvSpPr>
        <p:spPr>
          <a:xfrm>
            <a:off x="1209585" y="1447800"/>
            <a:ext cx="7467600" cy="4631266"/>
          </a:xfrm>
        </p:spPr>
        <p:txBody>
          <a:bodyPr anchor="ctr">
            <a:normAutofit/>
          </a:bodyPr>
          <a:lstStyle/>
          <a:p>
            <a:pPr algn="l"/>
            <a:r>
              <a:rPr lang="en-US" sz="3600" dirty="0" smtClean="0">
                <a:solidFill>
                  <a:schemeClr val="accent3">
                    <a:lumMod val="50000"/>
                  </a:schemeClr>
                </a:solidFill>
                <a:effectLst>
                  <a:outerShdw blurRad="38100" dist="38100" dir="2700000" algn="tl">
                    <a:srgbClr val="000000">
                      <a:alpha val="43137"/>
                    </a:srgbClr>
                  </a:outerShdw>
                </a:effectLst>
                <a:latin typeface="Georgia" pitchFamily="18" charset="0"/>
                <a:ea typeface="+mj-ea"/>
                <a:cs typeface="+mj-cs"/>
              </a:rPr>
              <a:t>Is this Fair?</a:t>
            </a:r>
          </a:p>
          <a:p>
            <a:pPr algn="l"/>
            <a:endParaRPr lang="en-US" sz="3600" dirty="0" smtClean="0">
              <a:solidFill>
                <a:schemeClr val="accent3">
                  <a:lumMod val="50000"/>
                </a:schemeClr>
              </a:solidFill>
              <a:effectLst>
                <a:outerShdw blurRad="38100" dist="38100" dir="2700000" algn="tl">
                  <a:srgbClr val="000000">
                    <a:alpha val="43137"/>
                  </a:srgbClr>
                </a:outerShdw>
              </a:effectLst>
              <a:latin typeface="Georgia" pitchFamily="18" charset="0"/>
              <a:ea typeface="+mj-ea"/>
              <a:cs typeface="+mj-cs"/>
            </a:endParaRPr>
          </a:p>
          <a:p>
            <a:pPr algn="l"/>
            <a:endParaRPr lang="en-US" sz="3600" dirty="0">
              <a:solidFill>
                <a:schemeClr val="accent3">
                  <a:lumMod val="50000"/>
                </a:schemeClr>
              </a:solidFill>
              <a:effectLst>
                <a:outerShdw blurRad="38100" dist="38100" dir="2700000" algn="tl">
                  <a:srgbClr val="000000">
                    <a:alpha val="43137"/>
                  </a:srgbClr>
                </a:outerShdw>
              </a:effectLst>
              <a:latin typeface="Georgia" pitchFamily="18" charset="0"/>
              <a:ea typeface="+mj-ea"/>
              <a:cs typeface="+mj-cs"/>
            </a:endParaRPr>
          </a:p>
          <a:p>
            <a:pPr algn="l"/>
            <a:endParaRPr lang="en-US" sz="2800" dirty="0" smtClean="0"/>
          </a:p>
          <a:p>
            <a:pPr algn="l"/>
            <a:endParaRPr lang="en-US" sz="2800" dirty="0">
              <a:solidFill>
                <a:schemeClr val="tx1"/>
              </a:solidFill>
            </a:endParaRPr>
          </a:p>
          <a:p>
            <a:pPr algn="l"/>
            <a:endParaRPr lang="en-US" sz="2800" dirty="0" smtClean="0">
              <a:solidFill>
                <a:schemeClr val="tx1"/>
              </a:solidFill>
            </a:endParaRPr>
          </a:p>
          <a:p>
            <a:pPr algn="l"/>
            <a:endParaRPr lang="en-US" sz="2800" dirty="0">
              <a:solidFill>
                <a:schemeClr val="tx1"/>
              </a:solidFill>
            </a:endParaRPr>
          </a:p>
          <a:p>
            <a:pPr algn="l"/>
            <a:endParaRPr lang="en-US" sz="2800" dirty="0" smtClean="0">
              <a:solidFill>
                <a:schemeClr val="tx1"/>
              </a:solidFill>
            </a:endParaRPr>
          </a:p>
          <a:p>
            <a:pPr algn="l"/>
            <a:endParaRPr lang="en-US" sz="2800" dirty="0">
              <a:solidFill>
                <a:schemeClr val="tx1"/>
              </a:solidFill>
            </a:endParaRPr>
          </a:p>
          <a:p>
            <a:pPr algn="l"/>
            <a:endParaRPr lang="en-US" sz="2800" dirty="0" smtClean="0">
              <a:solidFill>
                <a:schemeClr val="tx1"/>
              </a:solidFill>
            </a:endParaRPr>
          </a:p>
          <a:p>
            <a:pPr algn="l"/>
            <a:endParaRPr lang="en-US" sz="2800" dirty="0">
              <a:solidFill>
                <a:schemeClr val="tx1"/>
              </a:solidFill>
            </a:endParaRPr>
          </a:p>
          <a:p>
            <a:pPr algn="l"/>
            <a:endParaRPr lang="en-US" sz="2800" dirty="0" smtClean="0">
              <a:solidFill>
                <a:schemeClr val="tx1"/>
              </a:solidFill>
            </a:endParaRPr>
          </a:p>
        </p:txBody>
      </p:sp>
      <p:sp>
        <p:nvSpPr>
          <p:cNvPr id="7" name="Footer Placeholder 6"/>
          <p:cNvSpPr>
            <a:spLocks noGrp="1"/>
          </p:cNvSpPr>
          <p:nvPr>
            <p:ph type="ftr" sz="quarter" idx="11"/>
          </p:nvPr>
        </p:nvSpPr>
        <p:spPr>
          <a:xfrm>
            <a:off x="34636" y="6626945"/>
            <a:ext cx="8118764" cy="249385"/>
          </a:xfrm>
        </p:spPr>
        <p:txBody>
          <a:bodyPr/>
          <a:lstStyle/>
          <a:p>
            <a:pPr algn="l"/>
            <a:r>
              <a:rPr lang="en-US" sz="800" b="1" dirty="0" smtClean="0">
                <a:solidFill>
                  <a:schemeClr val="bg1"/>
                </a:solidFill>
              </a:rPr>
              <a:t>© 2013 Cengage Learning. All Rights Reserved. </a:t>
            </a:r>
            <a:endParaRPr lang="en-US" sz="800" b="1" dirty="0">
              <a:solidFill>
                <a:schemeClr val="bg1"/>
              </a:solidFill>
            </a:endParaRPr>
          </a:p>
        </p:txBody>
      </p:sp>
      <p:sp>
        <p:nvSpPr>
          <p:cNvPr id="8" name="Slide Number Placeholder 7"/>
          <p:cNvSpPr>
            <a:spLocks noGrp="1"/>
          </p:cNvSpPr>
          <p:nvPr>
            <p:ph type="sldNum" sz="quarter" idx="12"/>
          </p:nvPr>
        </p:nvSpPr>
        <p:spPr>
          <a:xfrm>
            <a:off x="8534400" y="6638280"/>
            <a:ext cx="586906" cy="226714"/>
          </a:xfrm>
        </p:spPr>
        <p:txBody>
          <a:bodyPr/>
          <a:lstStyle/>
          <a:p>
            <a:fld id="{2A7F9223-B69B-4AA9-B6C4-9B69EF94F2BD}" type="slidenum">
              <a:rPr lang="en-US" sz="800" smtClean="0">
                <a:solidFill>
                  <a:schemeClr val="accent1"/>
                </a:solidFill>
              </a:rPr>
              <a:pPr/>
              <a:t>8</a:t>
            </a:fld>
            <a:endParaRPr lang="en-US" sz="800" dirty="0">
              <a:solidFill>
                <a:schemeClr val="accent1"/>
              </a:solidFill>
            </a:endParaRPr>
          </a:p>
        </p:txBody>
      </p:sp>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9626" y="1600201"/>
            <a:ext cx="3803374" cy="396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62966" y="1600201"/>
            <a:ext cx="3124200" cy="396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45464664"/>
      </p:ext>
    </p:extLst>
  </p:cSld>
  <p:clrMapOvr>
    <a:masterClrMapping/>
  </p:clrMapOvr>
  <p:transition spd="slow">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1066800" y="152400"/>
            <a:ext cx="7938052" cy="6477000"/>
          </a:xfrm>
          <a:prstGeom prst="rect">
            <a:avLst/>
          </a:prstGeom>
          <a:solidFill>
            <a:schemeClr val="bg1"/>
          </a:solidFill>
          <a:ln w="38100" cap="rnd">
            <a:noFill/>
            <a:round/>
          </a:ln>
          <a:effectLst>
            <a:outerShdw blurRad="88900" dist="889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400" y="152400"/>
            <a:ext cx="914400" cy="6477000"/>
          </a:xfrm>
          <a:prstGeom prst="rect">
            <a:avLst/>
          </a:prstGeom>
        </p:spPr>
      </p:pic>
      <p:sp>
        <p:nvSpPr>
          <p:cNvPr id="3" name="Subtitle 2"/>
          <p:cNvSpPr>
            <a:spLocks noGrp="1"/>
          </p:cNvSpPr>
          <p:nvPr>
            <p:ph type="subTitle" idx="1"/>
          </p:nvPr>
        </p:nvSpPr>
        <p:spPr>
          <a:xfrm>
            <a:off x="1209585" y="685800"/>
            <a:ext cx="7467600" cy="5562600"/>
          </a:xfrm>
        </p:spPr>
        <p:txBody>
          <a:bodyPr anchor="ctr">
            <a:normAutofit fontScale="47500" lnSpcReduction="20000"/>
          </a:bodyPr>
          <a:lstStyle/>
          <a:p>
            <a:endParaRPr lang="en-US" sz="3600" dirty="0">
              <a:solidFill>
                <a:schemeClr val="accent3">
                  <a:lumMod val="50000"/>
                </a:schemeClr>
              </a:solidFill>
              <a:effectLst>
                <a:outerShdw blurRad="38100" dist="38100" dir="2700000" algn="tl">
                  <a:srgbClr val="000000">
                    <a:alpha val="43137"/>
                  </a:srgbClr>
                </a:outerShdw>
              </a:effectLst>
              <a:latin typeface="Georgia" pitchFamily="18" charset="0"/>
              <a:ea typeface="+mj-ea"/>
              <a:cs typeface="+mj-cs"/>
            </a:endParaRPr>
          </a:p>
          <a:p>
            <a:pPr algn="l"/>
            <a:endParaRPr lang="en-US" sz="2800" dirty="0" smtClean="0">
              <a:solidFill>
                <a:schemeClr val="tx1"/>
              </a:solidFill>
            </a:endParaRPr>
          </a:p>
          <a:p>
            <a:pPr algn="l"/>
            <a:endParaRPr lang="en-US" sz="2800" dirty="0">
              <a:solidFill>
                <a:schemeClr val="tx1"/>
              </a:solidFill>
            </a:endParaRPr>
          </a:p>
          <a:p>
            <a:pPr algn="just"/>
            <a:r>
              <a:rPr lang="en-US" sz="5100" dirty="0" smtClean="0">
                <a:solidFill>
                  <a:schemeClr val="tx1"/>
                </a:solidFill>
              </a:rPr>
              <a:t>The </a:t>
            </a:r>
            <a:r>
              <a:rPr lang="en-US" sz="5100" dirty="0">
                <a:solidFill>
                  <a:schemeClr val="tx1"/>
                </a:solidFill>
              </a:rPr>
              <a:t>owner of a small office supply store has two employees, Mike and Bill. They are equally productive and hardworking and are both currently earning $7 per hour. The owner decides to move his store to a new location nearby where he knows business will be better. He lets his workers know that if they wish to continue at the new location he will be able to raise their wage. He explains that they will continue to have the same responsibilities but that one worker will earn $8 per hour and the other $12 per hour. He also explains that which worker gets the higher wage will be determined later on the basis of a coin toss. The workers can choose to go with the owner to the new location under these terms or to find similar work elsewhere for their current $7 per hour. They both </a:t>
            </a:r>
            <a:r>
              <a:rPr lang="en-US" sz="5100" dirty="0" smtClean="0">
                <a:solidFill>
                  <a:schemeClr val="tx1"/>
                </a:solidFill>
              </a:rPr>
              <a:t>choose to </a:t>
            </a:r>
            <a:r>
              <a:rPr lang="en-US" sz="5100" dirty="0">
                <a:solidFill>
                  <a:schemeClr val="tx1"/>
                </a:solidFill>
              </a:rPr>
              <a:t>go with the owner.</a:t>
            </a:r>
          </a:p>
          <a:p>
            <a:r>
              <a:rPr lang="en-US" sz="5100" b="1" dirty="0" smtClean="0">
                <a:solidFill>
                  <a:schemeClr val="tx1"/>
                </a:solidFill>
              </a:rPr>
              <a:t>Fair</a:t>
            </a:r>
            <a:r>
              <a:rPr lang="en-US" sz="5100" b="1" dirty="0">
                <a:solidFill>
                  <a:schemeClr val="tx1"/>
                </a:solidFill>
              </a:rPr>
              <a:t>?</a:t>
            </a:r>
          </a:p>
          <a:p>
            <a:pPr algn="l"/>
            <a:endParaRPr lang="en-US" sz="2800" dirty="0" smtClean="0">
              <a:solidFill>
                <a:schemeClr val="tx1"/>
              </a:solidFill>
            </a:endParaRPr>
          </a:p>
          <a:p>
            <a:pPr algn="l"/>
            <a:endParaRPr lang="en-US" sz="2800" dirty="0">
              <a:solidFill>
                <a:schemeClr val="tx1"/>
              </a:solidFill>
            </a:endParaRPr>
          </a:p>
          <a:p>
            <a:pPr algn="l"/>
            <a:endParaRPr lang="en-US" sz="2800" dirty="0" smtClean="0">
              <a:solidFill>
                <a:schemeClr val="tx1"/>
              </a:solidFill>
            </a:endParaRPr>
          </a:p>
          <a:p>
            <a:pPr algn="l"/>
            <a:endParaRPr lang="en-US" sz="2800" dirty="0">
              <a:solidFill>
                <a:schemeClr val="tx1"/>
              </a:solidFill>
            </a:endParaRPr>
          </a:p>
          <a:p>
            <a:pPr algn="l"/>
            <a:endParaRPr lang="en-US" sz="2800" dirty="0" smtClean="0">
              <a:solidFill>
                <a:schemeClr val="tx1"/>
              </a:solidFill>
            </a:endParaRPr>
          </a:p>
          <a:p>
            <a:pPr algn="l"/>
            <a:endParaRPr lang="en-US" sz="2800" dirty="0">
              <a:solidFill>
                <a:schemeClr val="tx1"/>
              </a:solidFill>
            </a:endParaRPr>
          </a:p>
          <a:p>
            <a:pPr algn="l"/>
            <a:endParaRPr lang="en-US" sz="2800" dirty="0" smtClean="0">
              <a:solidFill>
                <a:schemeClr val="tx1"/>
              </a:solidFill>
            </a:endParaRPr>
          </a:p>
        </p:txBody>
      </p:sp>
      <p:sp>
        <p:nvSpPr>
          <p:cNvPr id="7" name="Footer Placeholder 6"/>
          <p:cNvSpPr>
            <a:spLocks noGrp="1"/>
          </p:cNvSpPr>
          <p:nvPr>
            <p:ph type="ftr" sz="quarter" idx="11"/>
          </p:nvPr>
        </p:nvSpPr>
        <p:spPr>
          <a:xfrm>
            <a:off x="34636" y="6626945"/>
            <a:ext cx="8118764" cy="249385"/>
          </a:xfrm>
        </p:spPr>
        <p:txBody>
          <a:bodyPr/>
          <a:lstStyle/>
          <a:p>
            <a:pPr algn="l"/>
            <a:r>
              <a:rPr lang="en-US" sz="800" b="1" dirty="0" smtClean="0">
                <a:solidFill>
                  <a:schemeClr val="bg1"/>
                </a:solidFill>
              </a:rPr>
              <a:t>© 2013 Cengage Learning. All Rights Reserved. </a:t>
            </a:r>
            <a:endParaRPr lang="en-US" sz="800" b="1" dirty="0">
              <a:solidFill>
                <a:schemeClr val="bg1"/>
              </a:solidFill>
            </a:endParaRPr>
          </a:p>
        </p:txBody>
      </p:sp>
      <p:sp>
        <p:nvSpPr>
          <p:cNvPr id="8" name="Slide Number Placeholder 7"/>
          <p:cNvSpPr>
            <a:spLocks noGrp="1"/>
          </p:cNvSpPr>
          <p:nvPr>
            <p:ph type="sldNum" sz="quarter" idx="12"/>
          </p:nvPr>
        </p:nvSpPr>
        <p:spPr>
          <a:xfrm>
            <a:off x="8534400" y="6638280"/>
            <a:ext cx="586906" cy="226714"/>
          </a:xfrm>
        </p:spPr>
        <p:txBody>
          <a:bodyPr/>
          <a:lstStyle/>
          <a:p>
            <a:fld id="{2A7F9223-B69B-4AA9-B6C4-9B69EF94F2BD}" type="slidenum">
              <a:rPr lang="en-US" sz="800" smtClean="0">
                <a:solidFill>
                  <a:schemeClr val="accent1"/>
                </a:solidFill>
              </a:rPr>
              <a:pPr/>
              <a:t>9</a:t>
            </a:fld>
            <a:endParaRPr lang="en-US" sz="800" dirty="0">
              <a:solidFill>
                <a:schemeClr val="accent1"/>
              </a:solidFill>
            </a:endParaRPr>
          </a:p>
        </p:txBody>
      </p:sp>
    </p:spTree>
    <p:extLst>
      <p:ext uri="{BB962C8B-B14F-4D97-AF65-F5344CB8AC3E}">
        <p14:creationId xmlns:p14="http://schemas.microsoft.com/office/powerpoint/2010/main" val="1986374711"/>
      </p:ext>
    </p:extLst>
  </p:cSld>
  <p:clrMapOvr>
    <a:masterClrMapping/>
  </p:clrMapOvr>
  <p:transition spd="slow">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1066800" y="152400"/>
            <a:ext cx="7938052" cy="6477000"/>
          </a:xfrm>
          <a:prstGeom prst="rect">
            <a:avLst/>
          </a:prstGeom>
          <a:solidFill>
            <a:schemeClr val="bg1"/>
          </a:solidFill>
          <a:ln w="38100" cap="rnd">
            <a:noFill/>
            <a:round/>
          </a:ln>
          <a:effectLst>
            <a:outerShdw blurRad="88900" dist="889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400" y="152400"/>
            <a:ext cx="914400" cy="6477000"/>
          </a:xfrm>
          <a:prstGeom prst="rect">
            <a:avLst/>
          </a:prstGeom>
        </p:spPr>
      </p:pic>
      <p:sp>
        <p:nvSpPr>
          <p:cNvPr id="3" name="Subtitle 2"/>
          <p:cNvSpPr>
            <a:spLocks noGrp="1"/>
          </p:cNvSpPr>
          <p:nvPr>
            <p:ph type="subTitle" idx="1"/>
          </p:nvPr>
        </p:nvSpPr>
        <p:spPr>
          <a:xfrm>
            <a:off x="1302026" y="1540934"/>
            <a:ext cx="7467600" cy="5088466"/>
          </a:xfrm>
        </p:spPr>
        <p:txBody>
          <a:bodyPr anchor="ctr">
            <a:normAutofit lnSpcReduction="10000"/>
          </a:bodyPr>
          <a:lstStyle/>
          <a:p>
            <a:pPr algn="l"/>
            <a:r>
              <a:rPr lang="en-US" sz="2800" b="1" u="sng" dirty="0">
                <a:solidFill>
                  <a:schemeClr val="tx1"/>
                </a:solidFill>
              </a:rPr>
              <a:t>Example</a:t>
            </a:r>
            <a:r>
              <a:rPr lang="en-US" dirty="0"/>
              <a:t> </a:t>
            </a:r>
            <a:endParaRPr lang="en-US" dirty="0" smtClean="0"/>
          </a:p>
          <a:p>
            <a:pPr algn="l"/>
            <a:r>
              <a:rPr lang="en-US" sz="2400" dirty="0">
                <a:solidFill>
                  <a:schemeClr val="tx1"/>
                </a:solidFill>
              </a:rPr>
              <a:t>Jack and Jill carry the same amount of water for us. </a:t>
            </a:r>
            <a:endParaRPr lang="en-US" sz="2400" dirty="0" smtClean="0">
              <a:solidFill>
                <a:schemeClr val="tx1"/>
              </a:solidFill>
            </a:endParaRPr>
          </a:p>
          <a:p>
            <a:pPr algn="l"/>
            <a:endParaRPr lang="en-US" sz="2400" dirty="0">
              <a:solidFill>
                <a:schemeClr val="tx1"/>
              </a:solidFill>
            </a:endParaRPr>
          </a:p>
          <a:p>
            <a:pPr algn="l">
              <a:buFontTx/>
              <a:buChar char="-"/>
            </a:pPr>
            <a:r>
              <a:rPr lang="en-US" sz="2400" dirty="0">
                <a:solidFill>
                  <a:schemeClr val="tx1"/>
                </a:solidFill>
              </a:rPr>
              <a:t>Should we pay them </a:t>
            </a:r>
            <a:r>
              <a:rPr lang="en-US" sz="2400" dirty="0" smtClean="0">
                <a:solidFill>
                  <a:schemeClr val="tx1"/>
                </a:solidFill>
              </a:rPr>
              <a:t>the</a:t>
            </a:r>
          </a:p>
          <a:p>
            <a:pPr algn="l"/>
            <a:r>
              <a:rPr lang="en-US" sz="2400" dirty="0" smtClean="0">
                <a:solidFill>
                  <a:schemeClr val="tx1"/>
                </a:solidFill>
              </a:rPr>
              <a:t>same amount of money?</a:t>
            </a:r>
          </a:p>
          <a:p>
            <a:pPr algn="l"/>
            <a:endParaRPr lang="en-US" sz="2400" dirty="0" smtClean="0">
              <a:solidFill>
                <a:schemeClr val="tx1"/>
              </a:solidFill>
            </a:endParaRPr>
          </a:p>
          <a:p>
            <a:pPr algn="l">
              <a:buFontTx/>
              <a:buChar char="-"/>
            </a:pPr>
            <a:r>
              <a:rPr lang="en-US" sz="2400" dirty="0" smtClean="0">
                <a:solidFill>
                  <a:schemeClr val="tx1"/>
                </a:solidFill>
              </a:rPr>
              <a:t>Should </a:t>
            </a:r>
            <a:r>
              <a:rPr lang="en-US" sz="2400" dirty="0">
                <a:solidFill>
                  <a:schemeClr val="tx1"/>
                </a:solidFill>
              </a:rPr>
              <a:t>we pay Jack more </a:t>
            </a:r>
            <a:endParaRPr lang="en-US" sz="2400" dirty="0" smtClean="0">
              <a:solidFill>
                <a:schemeClr val="tx1"/>
              </a:solidFill>
            </a:endParaRPr>
          </a:p>
          <a:p>
            <a:pPr algn="l"/>
            <a:r>
              <a:rPr lang="en-US" sz="2400" dirty="0" smtClean="0">
                <a:solidFill>
                  <a:schemeClr val="tx1"/>
                </a:solidFill>
              </a:rPr>
              <a:t>because </a:t>
            </a:r>
            <a:r>
              <a:rPr lang="en-US" sz="2400" dirty="0">
                <a:solidFill>
                  <a:schemeClr val="tx1"/>
                </a:solidFill>
              </a:rPr>
              <a:t>he is a man</a:t>
            </a:r>
            <a:r>
              <a:rPr lang="en-US" sz="2400" dirty="0" smtClean="0">
                <a:solidFill>
                  <a:schemeClr val="tx1"/>
                </a:solidFill>
              </a:rPr>
              <a:t>?</a:t>
            </a:r>
          </a:p>
          <a:p>
            <a:pPr algn="l"/>
            <a:endParaRPr lang="en-US" sz="2400" dirty="0">
              <a:solidFill>
                <a:schemeClr val="tx1"/>
              </a:solidFill>
            </a:endParaRPr>
          </a:p>
          <a:p>
            <a:pPr algn="l">
              <a:buFontTx/>
              <a:buChar char="-"/>
            </a:pPr>
            <a:r>
              <a:rPr lang="en-US" sz="2400" dirty="0">
                <a:solidFill>
                  <a:schemeClr val="tx1"/>
                </a:solidFill>
              </a:rPr>
              <a:t>Should we pay Jill more </a:t>
            </a:r>
            <a:endParaRPr lang="en-US" sz="2400" dirty="0" smtClean="0">
              <a:solidFill>
                <a:schemeClr val="tx1"/>
              </a:solidFill>
            </a:endParaRPr>
          </a:p>
          <a:p>
            <a:pPr algn="l">
              <a:buFontTx/>
              <a:buChar char="-"/>
            </a:pPr>
            <a:r>
              <a:rPr lang="en-US" sz="2400" dirty="0" smtClean="0">
                <a:solidFill>
                  <a:schemeClr val="tx1"/>
                </a:solidFill>
              </a:rPr>
              <a:t>because </a:t>
            </a:r>
            <a:r>
              <a:rPr lang="en-US" sz="2400" dirty="0">
                <a:solidFill>
                  <a:schemeClr val="tx1"/>
                </a:solidFill>
              </a:rPr>
              <a:t>she is white </a:t>
            </a:r>
            <a:endParaRPr lang="en-US" sz="2400" dirty="0" smtClean="0">
              <a:solidFill>
                <a:schemeClr val="tx1"/>
              </a:solidFill>
            </a:endParaRPr>
          </a:p>
          <a:p>
            <a:pPr algn="l"/>
            <a:r>
              <a:rPr lang="en-US" sz="2400" dirty="0" smtClean="0">
                <a:solidFill>
                  <a:schemeClr val="tx1"/>
                </a:solidFill>
              </a:rPr>
              <a:t>and </a:t>
            </a:r>
            <a:r>
              <a:rPr lang="en-US" sz="2400" dirty="0">
                <a:solidFill>
                  <a:schemeClr val="tx1"/>
                </a:solidFill>
              </a:rPr>
              <a:t>Jack is not? </a:t>
            </a:r>
          </a:p>
          <a:p>
            <a:pPr>
              <a:buFontTx/>
              <a:buChar char="-"/>
            </a:pPr>
            <a:endParaRPr lang="en-US" sz="2400" dirty="0"/>
          </a:p>
          <a:p>
            <a:endParaRPr lang="en-US" dirty="0"/>
          </a:p>
          <a:p>
            <a:pPr algn="l"/>
            <a:endParaRPr lang="en-US" dirty="0">
              <a:solidFill>
                <a:schemeClr val="tx1"/>
              </a:solidFill>
            </a:endParaRPr>
          </a:p>
          <a:p>
            <a:pPr algn="l"/>
            <a:endParaRPr lang="en-US" dirty="0" smtClean="0">
              <a:solidFill>
                <a:schemeClr val="tx1"/>
              </a:solidFill>
            </a:endParaRPr>
          </a:p>
        </p:txBody>
      </p:sp>
      <p:sp>
        <p:nvSpPr>
          <p:cNvPr id="7" name="Footer Placeholder 6"/>
          <p:cNvSpPr>
            <a:spLocks noGrp="1"/>
          </p:cNvSpPr>
          <p:nvPr>
            <p:ph type="ftr" sz="quarter" idx="11"/>
          </p:nvPr>
        </p:nvSpPr>
        <p:spPr>
          <a:xfrm>
            <a:off x="34636" y="6626945"/>
            <a:ext cx="8118764" cy="249385"/>
          </a:xfrm>
        </p:spPr>
        <p:txBody>
          <a:bodyPr/>
          <a:lstStyle/>
          <a:p>
            <a:pPr algn="l"/>
            <a:r>
              <a:rPr lang="en-US" sz="800" b="1" dirty="0" smtClean="0">
                <a:solidFill>
                  <a:schemeClr val="bg1"/>
                </a:solidFill>
              </a:rPr>
              <a:t>© 2013 Cengage Learning. All Rights Reserved. </a:t>
            </a:r>
            <a:endParaRPr lang="en-US" sz="800" b="1" dirty="0">
              <a:solidFill>
                <a:schemeClr val="bg1"/>
              </a:solidFill>
            </a:endParaRPr>
          </a:p>
        </p:txBody>
      </p:sp>
      <p:sp>
        <p:nvSpPr>
          <p:cNvPr id="8" name="Slide Number Placeholder 7"/>
          <p:cNvSpPr>
            <a:spLocks noGrp="1"/>
          </p:cNvSpPr>
          <p:nvPr>
            <p:ph type="sldNum" sz="quarter" idx="12"/>
          </p:nvPr>
        </p:nvSpPr>
        <p:spPr>
          <a:xfrm>
            <a:off x="8534400" y="6638280"/>
            <a:ext cx="586906" cy="226714"/>
          </a:xfrm>
        </p:spPr>
        <p:txBody>
          <a:bodyPr/>
          <a:lstStyle/>
          <a:p>
            <a:fld id="{2A7F9223-B69B-4AA9-B6C4-9B69EF94F2BD}" type="slidenum">
              <a:rPr lang="en-US" sz="800" smtClean="0">
                <a:solidFill>
                  <a:schemeClr val="accent1"/>
                </a:solidFill>
              </a:rPr>
              <a:pPr/>
              <a:t>10</a:t>
            </a:fld>
            <a:endParaRPr lang="en-US" sz="800" dirty="0">
              <a:solidFill>
                <a:schemeClr val="accent1"/>
              </a:solidFill>
            </a:endParaRPr>
          </a:p>
        </p:txBody>
      </p:sp>
      <p:pic>
        <p:nvPicPr>
          <p:cNvPr id="12" name="Picture 2" descr="Image result for jack and jill"/>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19800" y="1779158"/>
            <a:ext cx="2439102" cy="32234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0261795"/>
      </p:ext>
    </p:extLst>
  </p:cSld>
  <p:clrMapOvr>
    <a:masterClrMapping/>
  </p:clrMapOvr>
  <p:transition spd="slow">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1066800" y="152400"/>
            <a:ext cx="7938052" cy="6477000"/>
          </a:xfrm>
          <a:prstGeom prst="rect">
            <a:avLst/>
          </a:prstGeom>
          <a:solidFill>
            <a:schemeClr val="bg1"/>
          </a:solidFill>
          <a:ln w="38100" cap="rnd">
            <a:noFill/>
            <a:round/>
          </a:ln>
          <a:effectLst>
            <a:outerShdw blurRad="88900" dist="889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400" y="152400"/>
            <a:ext cx="914400" cy="6477000"/>
          </a:xfrm>
          <a:prstGeom prst="rect">
            <a:avLst/>
          </a:prstGeom>
        </p:spPr>
      </p:pic>
      <p:sp>
        <p:nvSpPr>
          <p:cNvPr id="3" name="Subtitle 2"/>
          <p:cNvSpPr>
            <a:spLocks noGrp="1"/>
          </p:cNvSpPr>
          <p:nvPr>
            <p:ph type="subTitle" idx="1"/>
          </p:nvPr>
        </p:nvSpPr>
        <p:spPr>
          <a:xfrm>
            <a:off x="1302026" y="1540934"/>
            <a:ext cx="7467600" cy="5088466"/>
          </a:xfrm>
        </p:spPr>
        <p:txBody>
          <a:bodyPr anchor="ctr">
            <a:normAutofit/>
          </a:bodyPr>
          <a:lstStyle/>
          <a:p>
            <a:pPr algn="l"/>
            <a:r>
              <a:rPr lang="en-US" b="1" dirty="0">
                <a:solidFill>
                  <a:schemeClr val="tx1"/>
                </a:solidFill>
              </a:rPr>
              <a:t>What if Jill carries a </a:t>
            </a:r>
            <a:r>
              <a:rPr lang="en-US" b="1" dirty="0" smtClean="0">
                <a:solidFill>
                  <a:schemeClr val="tx1"/>
                </a:solidFill>
              </a:rPr>
              <a:t>bucket</a:t>
            </a:r>
          </a:p>
          <a:p>
            <a:pPr algn="l"/>
            <a:r>
              <a:rPr lang="en-US" b="1" dirty="0" smtClean="0">
                <a:solidFill>
                  <a:schemeClr val="tx1"/>
                </a:solidFill>
              </a:rPr>
              <a:t> </a:t>
            </a:r>
            <a:r>
              <a:rPr lang="en-US" b="1" dirty="0">
                <a:solidFill>
                  <a:schemeClr val="tx1"/>
                </a:solidFill>
              </a:rPr>
              <a:t>of </a:t>
            </a:r>
            <a:r>
              <a:rPr lang="en-US" b="1" dirty="0" smtClean="0">
                <a:solidFill>
                  <a:schemeClr val="tx1"/>
                </a:solidFill>
              </a:rPr>
              <a:t>water </a:t>
            </a:r>
            <a:r>
              <a:rPr lang="en-US" b="1" dirty="0">
                <a:solidFill>
                  <a:schemeClr val="tx1"/>
                </a:solidFill>
              </a:rPr>
              <a:t>for us that is </a:t>
            </a:r>
            <a:r>
              <a:rPr lang="en-US" b="1" dirty="0" smtClean="0">
                <a:solidFill>
                  <a:schemeClr val="tx1"/>
                </a:solidFill>
              </a:rPr>
              <a:t>twice</a:t>
            </a:r>
          </a:p>
          <a:p>
            <a:pPr algn="l"/>
            <a:r>
              <a:rPr lang="en-US" b="1" dirty="0" smtClean="0">
                <a:solidFill>
                  <a:schemeClr val="tx1"/>
                </a:solidFill>
              </a:rPr>
              <a:t>as </a:t>
            </a:r>
            <a:r>
              <a:rPr lang="en-US" b="1" dirty="0">
                <a:solidFill>
                  <a:schemeClr val="tx1"/>
                </a:solidFill>
              </a:rPr>
              <a:t>big as </a:t>
            </a:r>
            <a:r>
              <a:rPr lang="en-US" b="1" dirty="0" smtClean="0">
                <a:solidFill>
                  <a:schemeClr val="tx1"/>
                </a:solidFill>
              </a:rPr>
              <a:t>Jack’s?</a:t>
            </a:r>
            <a:endParaRPr lang="en-US" b="1" dirty="0">
              <a:solidFill>
                <a:schemeClr val="tx1"/>
              </a:solidFill>
            </a:endParaRPr>
          </a:p>
          <a:p>
            <a:pPr algn="l"/>
            <a:endParaRPr lang="en-US" dirty="0">
              <a:solidFill>
                <a:schemeClr val="tx1"/>
              </a:solidFill>
            </a:endParaRPr>
          </a:p>
          <a:p>
            <a:pPr algn="l"/>
            <a:endParaRPr lang="en-US" sz="2400" dirty="0"/>
          </a:p>
          <a:p>
            <a:endParaRPr lang="en-US" dirty="0"/>
          </a:p>
          <a:p>
            <a:pPr algn="l"/>
            <a:endParaRPr lang="en-US" dirty="0">
              <a:solidFill>
                <a:schemeClr val="tx1"/>
              </a:solidFill>
            </a:endParaRPr>
          </a:p>
          <a:p>
            <a:pPr algn="l"/>
            <a:endParaRPr lang="en-US" dirty="0" smtClean="0">
              <a:solidFill>
                <a:schemeClr val="tx1"/>
              </a:solidFill>
            </a:endParaRPr>
          </a:p>
        </p:txBody>
      </p:sp>
      <p:sp>
        <p:nvSpPr>
          <p:cNvPr id="7" name="Footer Placeholder 6"/>
          <p:cNvSpPr>
            <a:spLocks noGrp="1"/>
          </p:cNvSpPr>
          <p:nvPr>
            <p:ph type="ftr" sz="quarter" idx="11"/>
          </p:nvPr>
        </p:nvSpPr>
        <p:spPr>
          <a:xfrm>
            <a:off x="34636" y="6626945"/>
            <a:ext cx="8118764" cy="249385"/>
          </a:xfrm>
        </p:spPr>
        <p:txBody>
          <a:bodyPr/>
          <a:lstStyle/>
          <a:p>
            <a:pPr algn="l"/>
            <a:r>
              <a:rPr lang="en-US" sz="800" b="1" dirty="0" smtClean="0">
                <a:solidFill>
                  <a:schemeClr val="bg1"/>
                </a:solidFill>
              </a:rPr>
              <a:t>© 2013 Cengage Learning. All Rights Reserved. </a:t>
            </a:r>
            <a:endParaRPr lang="en-US" sz="800" b="1" dirty="0">
              <a:solidFill>
                <a:schemeClr val="bg1"/>
              </a:solidFill>
            </a:endParaRPr>
          </a:p>
        </p:txBody>
      </p:sp>
      <p:sp>
        <p:nvSpPr>
          <p:cNvPr id="8" name="Slide Number Placeholder 7"/>
          <p:cNvSpPr>
            <a:spLocks noGrp="1"/>
          </p:cNvSpPr>
          <p:nvPr>
            <p:ph type="sldNum" sz="quarter" idx="12"/>
          </p:nvPr>
        </p:nvSpPr>
        <p:spPr>
          <a:xfrm>
            <a:off x="8534400" y="6638280"/>
            <a:ext cx="586906" cy="226714"/>
          </a:xfrm>
        </p:spPr>
        <p:txBody>
          <a:bodyPr/>
          <a:lstStyle/>
          <a:p>
            <a:fld id="{2A7F9223-B69B-4AA9-B6C4-9B69EF94F2BD}" type="slidenum">
              <a:rPr lang="en-US" sz="800" smtClean="0">
                <a:solidFill>
                  <a:schemeClr val="accent1"/>
                </a:solidFill>
              </a:rPr>
              <a:pPr/>
              <a:t>11</a:t>
            </a:fld>
            <a:endParaRPr lang="en-US" sz="800" dirty="0">
              <a:solidFill>
                <a:schemeClr val="accent1"/>
              </a:solidFill>
            </a:endParaRPr>
          </a:p>
        </p:txBody>
      </p:sp>
      <p:pic>
        <p:nvPicPr>
          <p:cNvPr id="12" name="Picture 2" descr="Image result for jack and jill"/>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19800" y="1779158"/>
            <a:ext cx="2439102" cy="32234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5617081"/>
      </p:ext>
    </p:extLst>
  </p:cSld>
  <p:clrMapOvr>
    <a:masterClrMapping/>
  </p:clrMapOvr>
  <p:transition spd="slow">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1066800" y="152400"/>
            <a:ext cx="7938052" cy="6477000"/>
          </a:xfrm>
          <a:prstGeom prst="rect">
            <a:avLst/>
          </a:prstGeom>
          <a:solidFill>
            <a:schemeClr val="bg1"/>
          </a:solidFill>
          <a:ln w="38100" cap="rnd">
            <a:noFill/>
            <a:round/>
          </a:ln>
          <a:effectLst>
            <a:outerShdw blurRad="88900" dist="889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400" y="152400"/>
            <a:ext cx="914400" cy="6477000"/>
          </a:xfrm>
          <a:prstGeom prst="rect">
            <a:avLst/>
          </a:prstGeom>
        </p:spPr>
      </p:pic>
      <p:sp>
        <p:nvSpPr>
          <p:cNvPr id="2" name="Title 1"/>
          <p:cNvSpPr>
            <a:spLocks noGrp="1"/>
          </p:cNvSpPr>
          <p:nvPr>
            <p:ph type="ctrTitle"/>
          </p:nvPr>
        </p:nvSpPr>
        <p:spPr>
          <a:xfrm>
            <a:off x="1295401" y="406401"/>
            <a:ext cx="7467600" cy="835502"/>
          </a:xfrm>
        </p:spPr>
        <p:txBody>
          <a:bodyPr>
            <a:normAutofit/>
          </a:bodyPr>
          <a:lstStyle/>
          <a:p>
            <a:pPr algn="l"/>
            <a:r>
              <a:rPr lang="en-US" sz="3600" dirty="0" smtClean="0">
                <a:solidFill>
                  <a:schemeClr val="accent3">
                    <a:lumMod val="50000"/>
                  </a:schemeClr>
                </a:solidFill>
                <a:effectLst>
                  <a:outerShdw blurRad="38100" dist="38100" dir="2700000" algn="tl">
                    <a:srgbClr val="000000">
                      <a:alpha val="43137"/>
                    </a:srgbClr>
                  </a:outerShdw>
                </a:effectLst>
                <a:latin typeface="Georgia" pitchFamily="18" charset="0"/>
              </a:rPr>
              <a:t>FORMAL JUSTICE</a:t>
            </a:r>
            <a:endParaRPr lang="en-US" sz="3600" dirty="0">
              <a:solidFill>
                <a:schemeClr val="accent3">
                  <a:lumMod val="50000"/>
                </a:schemeClr>
              </a:solidFill>
              <a:effectLst>
                <a:outerShdw blurRad="38100" dist="38100" dir="2700000" algn="tl">
                  <a:srgbClr val="000000">
                    <a:alpha val="43137"/>
                  </a:srgbClr>
                </a:outerShdw>
              </a:effectLst>
              <a:latin typeface="Georgia" pitchFamily="18" charset="0"/>
            </a:endParaRPr>
          </a:p>
        </p:txBody>
      </p:sp>
      <p:sp>
        <p:nvSpPr>
          <p:cNvPr id="3" name="Subtitle 2"/>
          <p:cNvSpPr>
            <a:spLocks noGrp="1"/>
          </p:cNvSpPr>
          <p:nvPr>
            <p:ph type="subTitle" idx="1"/>
          </p:nvPr>
        </p:nvSpPr>
        <p:spPr>
          <a:xfrm>
            <a:off x="1302026" y="1066800"/>
            <a:ext cx="7467600" cy="5088466"/>
          </a:xfrm>
        </p:spPr>
        <p:txBody>
          <a:bodyPr anchor="ctr">
            <a:normAutofit/>
          </a:bodyPr>
          <a:lstStyle/>
          <a:p>
            <a:pPr marL="342900" indent="-342900" algn="l">
              <a:buFont typeface="Arial" pitchFamily="34" charset="0"/>
              <a:buChar char="•"/>
            </a:pPr>
            <a:r>
              <a:rPr lang="en-US" sz="2400" dirty="0">
                <a:solidFill>
                  <a:schemeClr val="tx1"/>
                </a:solidFill>
              </a:rPr>
              <a:t>We should treat two cases the same when they are the </a:t>
            </a:r>
            <a:r>
              <a:rPr lang="en-US" sz="2400" dirty="0" smtClean="0">
                <a:solidFill>
                  <a:schemeClr val="tx1"/>
                </a:solidFill>
              </a:rPr>
              <a:t>‘same’. </a:t>
            </a:r>
            <a:endParaRPr lang="en-US" sz="2400" dirty="0">
              <a:solidFill>
                <a:schemeClr val="tx1"/>
              </a:solidFill>
            </a:endParaRPr>
          </a:p>
          <a:p>
            <a:endParaRPr lang="en-US" sz="2400" dirty="0">
              <a:solidFill>
                <a:schemeClr val="tx1"/>
              </a:solidFill>
            </a:endParaRPr>
          </a:p>
          <a:p>
            <a:pPr marL="342900" indent="-342900" algn="l">
              <a:buFont typeface="Arial" pitchFamily="34" charset="0"/>
              <a:buChar char="•"/>
            </a:pPr>
            <a:r>
              <a:rPr lang="en-US" sz="2400" dirty="0">
                <a:solidFill>
                  <a:schemeClr val="tx1"/>
                </a:solidFill>
              </a:rPr>
              <a:t>Differences based on gender, race and age are </a:t>
            </a:r>
            <a:r>
              <a:rPr lang="en-US" sz="2400" dirty="0" smtClean="0">
                <a:solidFill>
                  <a:schemeClr val="tx1"/>
                </a:solidFill>
              </a:rPr>
              <a:t>irrelevant. </a:t>
            </a:r>
          </a:p>
          <a:p>
            <a:endParaRPr lang="en-US" sz="2400" dirty="0">
              <a:solidFill>
                <a:schemeClr val="tx1"/>
              </a:solidFill>
            </a:endParaRPr>
          </a:p>
          <a:p>
            <a:pPr marL="342900" indent="-342900">
              <a:buFont typeface="Arial" pitchFamily="34" charset="0"/>
              <a:buChar char="•"/>
            </a:pPr>
            <a:r>
              <a:rPr lang="en-US" sz="2400" dirty="0" smtClean="0">
                <a:solidFill>
                  <a:schemeClr val="tx1"/>
                </a:solidFill>
              </a:rPr>
              <a:t>The </a:t>
            </a:r>
            <a:r>
              <a:rPr lang="en-US" sz="2400" dirty="0">
                <a:solidFill>
                  <a:schemeClr val="tx1"/>
                </a:solidFill>
              </a:rPr>
              <a:t>amount of work that people do is relevant to how much each should get. </a:t>
            </a:r>
          </a:p>
          <a:p>
            <a:pPr algn="l"/>
            <a:endParaRPr lang="en-US" dirty="0">
              <a:solidFill>
                <a:schemeClr val="tx1"/>
              </a:solidFill>
            </a:endParaRPr>
          </a:p>
          <a:p>
            <a:pPr algn="l"/>
            <a:endParaRPr lang="en-US" dirty="0">
              <a:solidFill>
                <a:schemeClr val="tx1"/>
              </a:solidFill>
            </a:endParaRPr>
          </a:p>
        </p:txBody>
      </p:sp>
      <p:sp>
        <p:nvSpPr>
          <p:cNvPr id="7" name="Footer Placeholder 6"/>
          <p:cNvSpPr>
            <a:spLocks noGrp="1"/>
          </p:cNvSpPr>
          <p:nvPr>
            <p:ph type="ftr" sz="quarter" idx="11"/>
          </p:nvPr>
        </p:nvSpPr>
        <p:spPr>
          <a:xfrm>
            <a:off x="34636" y="6626945"/>
            <a:ext cx="8118764" cy="249385"/>
          </a:xfrm>
        </p:spPr>
        <p:txBody>
          <a:bodyPr/>
          <a:lstStyle/>
          <a:p>
            <a:pPr algn="l"/>
            <a:r>
              <a:rPr lang="en-US" sz="800" b="1" dirty="0" smtClean="0">
                <a:solidFill>
                  <a:schemeClr val="bg1"/>
                </a:solidFill>
              </a:rPr>
              <a:t>© 2013 Cengage Learning. All Rights Reserved. </a:t>
            </a:r>
            <a:endParaRPr lang="en-US" sz="800" b="1" dirty="0">
              <a:solidFill>
                <a:schemeClr val="bg1"/>
              </a:solidFill>
            </a:endParaRPr>
          </a:p>
        </p:txBody>
      </p:sp>
      <p:sp>
        <p:nvSpPr>
          <p:cNvPr id="8" name="Slide Number Placeholder 7"/>
          <p:cNvSpPr>
            <a:spLocks noGrp="1"/>
          </p:cNvSpPr>
          <p:nvPr>
            <p:ph type="sldNum" sz="quarter" idx="12"/>
          </p:nvPr>
        </p:nvSpPr>
        <p:spPr>
          <a:xfrm>
            <a:off x="8534400" y="6638280"/>
            <a:ext cx="586906" cy="226714"/>
          </a:xfrm>
        </p:spPr>
        <p:txBody>
          <a:bodyPr/>
          <a:lstStyle/>
          <a:p>
            <a:fld id="{2A7F9223-B69B-4AA9-B6C4-9B69EF94F2BD}" type="slidenum">
              <a:rPr lang="en-US" sz="800" smtClean="0">
                <a:solidFill>
                  <a:schemeClr val="accent1"/>
                </a:solidFill>
              </a:rPr>
              <a:pPr/>
              <a:t>12</a:t>
            </a:fld>
            <a:endParaRPr lang="en-US" sz="800" dirty="0">
              <a:solidFill>
                <a:schemeClr val="accent1"/>
              </a:solidFill>
            </a:endParaRPr>
          </a:p>
        </p:txBody>
      </p:sp>
    </p:spTree>
    <p:extLst>
      <p:ext uri="{BB962C8B-B14F-4D97-AF65-F5344CB8AC3E}">
        <p14:creationId xmlns:p14="http://schemas.microsoft.com/office/powerpoint/2010/main" val="3423400309"/>
      </p:ext>
    </p:extLst>
  </p:cSld>
  <p:clrMapOvr>
    <a:masterClrMapping/>
  </p:clrMapOvr>
  <p:transition spd="slow">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1066800" y="152400"/>
            <a:ext cx="7938052" cy="6477000"/>
          </a:xfrm>
          <a:prstGeom prst="rect">
            <a:avLst/>
          </a:prstGeom>
          <a:solidFill>
            <a:schemeClr val="bg1"/>
          </a:solidFill>
          <a:ln w="38100" cap="rnd">
            <a:noFill/>
            <a:round/>
          </a:ln>
          <a:effectLst>
            <a:outerShdw blurRad="88900" dist="889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400" y="152400"/>
            <a:ext cx="914400" cy="6477000"/>
          </a:xfrm>
          <a:prstGeom prst="rect">
            <a:avLst/>
          </a:prstGeom>
        </p:spPr>
      </p:pic>
      <p:sp>
        <p:nvSpPr>
          <p:cNvPr id="2" name="Title 1"/>
          <p:cNvSpPr>
            <a:spLocks noGrp="1"/>
          </p:cNvSpPr>
          <p:nvPr>
            <p:ph type="ctrTitle"/>
          </p:nvPr>
        </p:nvSpPr>
        <p:spPr>
          <a:xfrm>
            <a:off x="1295401" y="406401"/>
            <a:ext cx="7467600" cy="835502"/>
          </a:xfrm>
        </p:spPr>
        <p:txBody>
          <a:bodyPr>
            <a:normAutofit/>
          </a:bodyPr>
          <a:lstStyle/>
          <a:p>
            <a:pPr algn="l"/>
            <a:r>
              <a:rPr lang="en-US" sz="4000" dirty="0" smtClean="0">
                <a:solidFill>
                  <a:schemeClr val="accent3">
                    <a:lumMod val="50000"/>
                  </a:schemeClr>
                </a:solidFill>
                <a:effectLst>
                  <a:outerShdw blurRad="38100" dist="38100" dir="2700000" algn="tl">
                    <a:srgbClr val="000000">
                      <a:alpha val="43137"/>
                    </a:srgbClr>
                  </a:outerShdw>
                </a:effectLst>
                <a:latin typeface="Georgia" pitchFamily="18" charset="0"/>
              </a:rPr>
              <a:t>JUSTICE OR NOT?</a:t>
            </a:r>
            <a:endParaRPr lang="en-US" sz="4000" dirty="0">
              <a:solidFill>
                <a:schemeClr val="accent3">
                  <a:lumMod val="50000"/>
                </a:schemeClr>
              </a:solidFill>
              <a:effectLst>
                <a:outerShdw blurRad="38100" dist="38100" dir="2700000" algn="tl">
                  <a:srgbClr val="000000">
                    <a:alpha val="43137"/>
                  </a:srgbClr>
                </a:outerShdw>
              </a:effectLst>
              <a:latin typeface="Georgia" pitchFamily="18" charset="0"/>
            </a:endParaRPr>
          </a:p>
        </p:txBody>
      </p:sp>
      <p:sp>
        <p:nvSpPr>
          <p:cNvPr id="3" name="Subtitle 2"/>
          <p:cNvSpPr>
            <a:spLocks noGrp="1"/>
          </p:cNvSpPr>
          <p:nvPr>
            <p:ph type="subTitle" idx="1"/>
          </p:nvPr>
        </p:nvSpPr>
        <p:spPr>
          <a:xfrm>
            <a:off x="1302026" y="1066800"/>
            <a:ext cx="7467600" cy="5088466"/>
          </a:xfrm>
        </p:spPr>
        <p:txBody>
          <a:bodyPr anchor="ctr">
            <a:normAutofit/>
          </a:bodyPr>
          <a:lstStyle/>
          <a:p>
            <a:pPr algn="l"/>
            <a:endParaRPr lang="en-US" dirty="0">
              <a:solidFill>
                <a:schemeClr val="tx1"/>
              </a:solidFill>
            </a:endParaRPr>
          </a:p>
          <a:p>
            <a:pPr algn="l"/>
            <a:endParaRPr lang="en-US" dirty="0">
              <a:solidFill>
                <a:schemeClr val="tx1"/>
              </a:solidFill>
            </a:endParaRPr>
          </a:p>
        </p:txBody>
      </p:sp>
      <p:sp>
        <p:nvSpPr>
          <p:cNvPr id="7" name="Footer Placeholder 6"/>
          <p:cNvSpPr>
            <a:spLocks noGrp="1"/>
          </p:cNvSpPr>
          <p:nvPr>
            <p:ph type="ftr" sz="quarter" idx="11"/>
          </p:nvPr>
        </p:nvSpPr>
        <p:spPr>
          <a:xfrm>
            <a:off x="34636" y="6626945"/>
            <a:ext cx="8118764" cy="249385"/>
          </a:xfrm>
        </p:spPr>
        <p:txBody>
          <a:bodyPr/>
          <a:lstStyle/>
          <a:p>
            <a:pPr algn="l"/>
            <a:r>
              <a:rPr lang="en-US" sz="800" b="1" dirty="0" smtClean="0">
                <a:solidFill>
                  <a:schemeClr val="bg1"/>
                </a:solidFill>
              </a:rPr>
              <a:t>© 2013 Cengage Learning. All Rights Reserved. </a:t>
            </a:r>
            <a:endParaRPr lang="en-US" sz="800" b="1" dirty="0">
              <a:solidFill>
                <a:schemeClr val="bg1"/>
              </a:solidFill>
            </a:endParaRPr>
          </a:p>
        </p:txBody>
      </p:sp>
      <p:sp>
        <p:nvSpPr>
          <p:cNvPr id="8" name="Slide Number Placeholder 7"/>
          <p:cNvSpPr>
            <a:spLocks noGrp="1"/>
          </p:cNvSpPr>
          <p:nvPr>
            <p:ph type="sldNum" sz="quarter" idx="12"/>
          </p:nvPr>
        </p:nvSpPr>
        <p:spPr>
          <a:xfrm>
            <a:off x="8534400" y="6638280"/>
            <a:ext cx="586906" cy="226714"/>
          </a:xfrm>
        </p:spPr>
        <p:txBody>
          <a:bodyPr/>
          <a:lstStyle/>
          <a:p>
            <a:fld id="{2A7F9223-B69B-4AA9-B6C4-9B69EF94F2BD}" type="slidenum">
              <a:rPr lang="en-US" sz="800" smtClean="0">
                <a:solidFill>
                  <a:schemeClr val="accent1"/>
                </a:solidFill>
              </a:rPr>
              <a:pPr/>
              <a:t>13</a:t>
            </a:fld>
            <a:endParaRPr lang="en-US" sz="800" dirty="0">
              <a:solidFill>
                <a:schemeClr val="accent1"/>
              </a:solidFill>
            </a:endParaRPr>
          </a:p>
        </p:txBody>
      </p:sp>
      <p:pic>
        <p:nvPicPr>
          <p:cNvPr id="1026" name="Picture 2" descr="Related imag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7800" y="1600200"/>
            <a:ext cx="6858000" cy="46672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7990975"/>
      </p:ext>
    </p:extLst>
  </p:cSld>
  <p:clrMapOvr>
    <a:masterClrMapping/>
  </p:clrMapOvr>
  <p:transition spd="slow">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1066800" y="152400"/>
            <a:ext cx="7938052" cy="6477000"/>
          </a:xfrm>
          <a:prstGeom prst="rect">
            <a:avLst/>
          </a:prstGeom>
          <a:solidFill>
            <a:schemeClr val="bg1"/>
          </a:solidFill>
          <a:ln w="38100" cap="rnd">
            <a:noFill/>
            <a:round/>
          </a:ln>
          <a:effectLst>
            <a:outerShdw blurRad="88900" dist="889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400" y="152400"/>
            <a:ext cx="914400" cy="6477000"/>
          </a:xfrm>
          <a:prstGeom prst="rect">
            <a:avLst/>
          </a:prstGeom>
        </p:spPr>
      </p:pic>
      <p:sp>
        <p:nvSpPr>
          <p:cNvPr id="2" name="Title 1"/>
          <p:cNvSpPr>
            <a:spLocks noGrp="1"/>
          </p:cNvSpPr>
          <p:nvPr>
            <p:ph type="ctrTitle"/>
          </p:nvPr>
        </p:nvSpPr>
        <p:spPr>
          <a:xfrm>
            <a:off x="1295401" y="406401"/>
            <a:ext cx="7467600" cy="835502"/>
          </a:xfrm>
        </p:spPr>
        <p:txBody>
          <a:bodyPr>
            <a:normAutofit/>
          </a:bodyPr>
          <a:lstStyle/>
          <a:p>
            <a:pPr algn="l"/>
            <a:r>
              <a:rPr lang="en-US" sz="4000" dirty="0" smtClean="0">
                <a:solidFill>
                  <a:schemeClr val="accent3">
                    <a:lumMod val="50000"/>
                  </a:schemeClr>
                </a:solidFill>
                <a:effectLst>
                  <a:outerShdw blurRad="38100" dist="38100" dir="2700000" algn="tl">
                    <a:srgbClr val="000000">
                      <a:alpha val="43137"/>
                    </a:srgbClr>
                  </a:outerShdw>
                </a:effectLst>
                <a:latin typeface="Georgia" pitchFamily="18" charset="0"/>
              </a:rPr>
              <a:t>JUSTICE OR NOT?</a:t>
            </a:r>
            <a:endParaRPr lang="en-US" sz="4000" dirty="0">
              <a:solidFill>
                <a:schemeClr val="accent3">
                  <a:lumMod val="50000"/>
                </a:schemeClr>
              </a:solidFill>
              <a:effectLst>
                <a:outerShdw blurRad="38100" dist="38100" dir="2700000" algn="tl">
                  <a:srgbClr val="000000">
                    <a:alpha val="43137"/>
                  </a:srgbClr>
                </a:outerShdw>
              </a:effectLst>
              <a:latin typeface="Georgia" pitchFamily="18" charset="0"/>
            </a:endParaRPr>
          </a:p>
        </p:txBody>
      </p:sp>
      <p:sp>
        <p:nvSpPr>
          <p:cNvPr id="3" name="Subtitle 2"/>
          <p:cNvSpPr>
            <a:spLocks noGrp="1"/>
          </p:cNvSpPr>
          <p:nvPr>
            <p:ph type="subTitle" idx="1"/>
          </p:nvPr>
        </p:nvSpPr>
        <p:spPr>
          <a:xfrm>
            <a:off x="1302026" y="1066800"/>
            <a:ext cx="7467600" cy="5088466"/>
          </a:xfrm>
        </p:spPr>
        <p:txBody>
          <a:bodyPr anchor="ctr">
            <a:normAutofit/>
          </a:bodyPr>
          <a:lstStyle/>
          <a:p>
            <a:pPr algn="l"/>
            <a:endParaRPr lang="en-US" dirty="0">
              <a:solidFill>
                <a:schemeClr val="tx1"/>
              </a:solidFill>
            </a:endParaRPr>
          </a:p>
          <a:p>
            <a:pPr algn="l"/>
            <a:endParaRPr lang="en-US" dirty="0">
              <a:solidFill>
                <a:schemeClr val="tx1"/>
              </a:solidFill>
            </a:endParaRPr>
          </a:p>
        </p:txBody>
      </p:sp>
      <p:sp>
        <p:nvSpPr>
          <p:cNvPr id="7" name="Footer Placeholder 6"/>
          <p:cNvSpPr>
            <a:spLocks noGrp="1"/>
          </p:cNvSpPr>
          <p:nvPr>
            <p:ph type="ftr" sz="quarter" idx="11"/>
          </p:nvPr>
        </p:nvSpPr>
        <p:spPr>
          <a:xfrm>
            <a:off x="34636" y="6626945"/>
            <a:ext cx="8118764" cy="249385"/>
          </a:xfrm>
        </p:spPr>
        <p:txBody>
          <a:bodyPr/>
          <a:lstStyle/>
          <a:p>
            <a:pPr algn="l"/>
            <a:r>
              <a:rPr lang="en-US" sz="800" b="1" dirty="0" smtClean="0">
                <a:solidFill>
                  <a:schemeClr val="bg1"/>
                </a:solidFill>
              </a:rPr>
              <a:t>© 2013 Cengage Learning. All Rights Reserved. </a:t>
            </a:r>
            <a:endParaRPr lang="en-US" sz="800" b="1" dirty="0">
              <a:solidFill>
                <a:schemeClr val="bg1"/>
              </a:solidFill>
            </a:endParaRPr>
          </a:p>
        </p:txBody>
      </p:sp>
      <p:sp>
        <p:nvSpPr>
          <p:cNvPr id="8" name="Slide Number Placeholder 7"/>
          <p:cNvSpPr>
            <a:spLocks noGrp="1"/>
          </p:cNvSpPr>
          <p:nvPr>
            <p:ph type="sldNum" sz="quarter" idx="12"/>
          </p:nvPr>
        </p:nvSpPr>
        <p:spPr>
          <a:xfrm>
            <a:off x="8534400" y="6638280"/>
            <a:ext cx="586906" cy="226714"/>
          </a:xfrm>
        </p:spPr>
        <p:txBody>
          <a:bodyPr/>
          <a:lstStyle/>
          <a:p>
            <a:fld id="{2A7F9223-B69B-4AA9-B6C4-9B69EF94F2BD}" type="slidenum">
              <a:rPr lang="en-US" sz="800" smtClean="0">
                <a:solidFill>
                  <a:schemeClr val="accent1"/>
                </a:solidFill>
              </a:rPr>
              <a:pPr/>
              <a:t>14</a:t>
            </a:fld>
            <a:endParaRPr lang="en-US" sz="800" dirty="0">
              <a:solidFill>
                <a:schemeClr val="accent1"/>
              </a:solidFill>
            </a:endParaRPr>
          </a:p>
        </p:txBody>
      </p:sp>
      <p:pic>
        <p:nvPicPr>
          <p:cNvPr id="11" name="Picture 10"/>
          <p:cNvPicPr>
            <a:picLocks noChangeAspect="1"/>
          </p:cNvPicPr>
          <p:nvPr/>
        </p:nvPicPr>
        <p:blipFill>
          <a:blip r:embed="rId4"/>
          <a:stretch>
            <a:fillRect/>
          </a:stretch>
        </p:blipFill>
        <p:spPr>
          <a:xfrm>
            <a:off x="1219200" y="1905000"/>
            <a:ext cx="6400800" cy="4000500"/>
          </a:xfrm>
          <a:prstGeom prst="rect">
            <a:avLst/>
          </a:prstGeom>
        </p:spPr>
      </p:pic>
    </p:spTree>
    <p:extLst>
      <p:ext uri="{BB962C8B-B14F-4D97-AF65-F5344CB8AC3E}">
        <p14:creationId xmlns:p14="http://schemas.microsoft.com/office/powerpoint/2010/main" val="2536407794"/>
      </p:ext>
    </p:extLst>
  </p:cSld>
  <p:clrMapOvr>
    <a:masterClrMapping/>
  </p:clrMapOvr>
  <p:transition spd="slow">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1066800" y="152400"/>
            <a:ext cx="7938052" cy="6477000"/>
          </a:xfrm>
          <a:prstGeom prst="rect">
            <a:avLst/>
          </a:prstGeom>
          <a:solidFill>
            <a:schemeClr val="bg1"/>
          </a:solidFill>
          <a:ln w="38100" cap="rnd">
            <a:noFill/>
            <a:round/>
          </a:ln>
          <a:effectLst>
            <a:outerShdw blurRad="88900" dist="889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400" y="152400"/>
            <a:ext cx="914400" cy="6477000"/>
          </a:xfrm>
          <a:prstGeom prst="rect">
            <a:avLst/>
          </a:prstGeom>
        </p:spPr>
      </p:pic>
      <p:sp>
        <p:nvSpPr>
          <p:cNvPr id="2" name="Title 1"/>
          <p:cNvSpPr>
            <a:spLocks noGrp="1"/>
          </p:cNvSpPr>
          <p:nvPr>
            <p:ph type="ctrTitle"/>
          </p:nvPr>
        </p:nvSpPr>
        <p:spPr>
          <a:xfrm>
            <a:off x="1295401" y="406401"/>
            <a:ext cx="7467600" cy="835502"/>
          </a:xfrm>
        </p:spPr>
        <p:txBody>
          <a:bodyPr>
            <a:normAutofit/>
          </a:bodyPr>
          <a:lstStyle/>
          <a:p>
            <a:pPr algn="l"/>
            <a:r>
              <a:rPr lang="en-US" sz="4000" dirty="0" smtClean="0">
                <a:solidFill>
                  <a:schemeClr val="accent3">
                    <a:lumMod val="50000"/>
                  </a:schemeClr>
                </a:solidFill>
                <a:effectLst>
                  <a:outerShdw blurRad="38100" dist="38100" dir="2700000" algn="tl">
                    <a:srgbClr val="000000">
                      <a:alpha val="43137"/>
                    </a:srgbClr>
                  </a:outerShdw>
                </a:effectLst>
                <a:latin typeface="Georgia" pitchFamily="18" charset="0"/>
              </a:rPr>
              <a:t>JUSTICE OR NOT?</a:t>
            </a:r>
            <a:endParaRPr lang="en-US" sz="4000" dirty="0">
              <a:solidFill>
                <a:schemeClr val="accent3">
                  <a:lumMod val="50000"/>
                </a:schemeClr>
              </a:solidFill>
              <a:effectLst>
                <a:outerShdw blurRad="38100" dist="38100" dir="2700000" algn="tl">
                  <a:srgbClr val="000000">
                    <a:alpha val="43137"/>
                  </a:srgbClr>
                </a:outerShdw>
              </a:effectLst>
              <a:latin typeface="Georgia" pitchFamily="18" charset="0"/>
            </a:endParaRPr>
          </a:p>
        </p:txBody>
      </p:sp>
      <p:sp>
        <p:nvSpPr>
          <p:cNvPr id="3" name="Subtitle 2"/>
          <p:cNvSpPr>
            <a:spLocks noGrp="1"/>
          </p:cNvSpPr>
          <p:nvPr>
            <p:ph type="subTitle" idx="1"/>
          </p:nvPr>
        </p:nvSpPr>
        <p:spPr>
          <a:xfrm>
            <a:off x="1302026" y="1066800"/>
            <a:ext cx="7467600" cy="5088466"/>
          </a:xfrm>
        </p:spPr>
        <p:txBody>
          <a:bodyPr anchor="ctr">
            <a:normAutofit/>
          </a:bodyPr>
          <a:lstStyle/>
          <a:p>
            <a:pPr algn="l"/>
            <a:endParaRPr lang="en-US" dirty="0">
              <a:solidFill>
                <a:schemeClr val="tx1"/>
              </a:solidFill>
            </a:endParaRPr>
          </a:p>
          <a:p>
            <a:pPr algn="l"/>
            <a:endParaRPr lang="en-US" dirty="0">
              <a:solidFill>
                <a:schemeClr val="tx1"/>
              </a:solidFill>
            </a:endParaRPr>
          </a:p>
        </p:txBody>
      </p:sp>
      <p:sp>
        <p:nvSpPr>
          <p:cNvPr id="7" name="Footer Placeholder 6"/>
          <p:cNvSpPr>
            <a:spLocks noGrp="1"/>
          </p:cNvSpPr>
          <p:nvPr>
            <p:ph type="ftr" sz="quarter" idx="11"/>
          </p:nvPr>
        </p:nvSpPr>
        <p:spPr>
          <a:xfrm>
            <a:off x="34636" y="6626945"/>
            <a:ext cx="8118764" cy="249385"/>
          </a:xfrm>
        </p:spPr>
        <p:txBody>
          <a:bodyPr/>
          <a:lstStyle/>
          <a:p>
            <a:pPr algn="l"/>
            <a:r>
              <a:rPr lang="en-US" sz="800" b="1" dirty="0" smtClean="0">
                <a:solidFill>
                  <a:schemeClr val="bg1"/>
                </a:solidFill>
              </a:rPr>
              <a:t>© 2013 Cengage Learning. All Rights Reserved. </a:t>
            </a:r>
            <a:endParaRPr lang="en-US" sz="800" b="1" dirty="0">
              <a:solidFill>
                <a:schemeClr val="bg1"/>
              </a:solidFill>
            </a:endParaRPr>
          </a:p>
        </p:txBody>
      </p:sp>
      <p:sp>
        <p:nvSpPr>
          <p:cNvPr id="8" name="Slide Number Placeholder 7"/>
          <p:cNvSpPr>
            <a:spLocks noGrp="1"/>
          </p:cNvSpPr>
          <p:nvPr>
            <p:ph type="sldNum" sz="quarter" idx="12"/>
          </p:nvPr>
        </p:nvSpPr>
        <p:spPr>
          <a:xfrm>
            <a:off x="8534400" y="6638280"/>
            <a:ext cx="586906" cy="226714"/>
          </a:xfrm>
        </p:spPr>
        <p:txBody>
          <a:bodyPr/>
          <a:lstStyle/>
          <a:p>
            <a:fld id="{2A7F9223-B69B-4AA9-B6C4-9B69EF94F2BD}" type="slidenum">
              <a:rPr lang="en-US" sz="800" smtClean="0">
                <a:solidFill>
                  <a:schemeClr val="accent1"/>
                </a:solidFill>
              </a:rPr>
              <a:pPr/>
              <a:t>15</a:t>
            </a:fld>
            <a:endParaRPr lang="en-US" sz="800" dirty="0">
              <a:solidFill>
                <a:schemeClr val="accent1"/>
              </a:solidFill>
            </a:endParaRPr>
          </a:p>
        </p:txBody>
      </p:sp>
      <p:pic>
        <p:nvPicPr>
          <p:cNvPr id="12" name="Picture 11"/>
          <p:cNvPicPr>
            <a:picLocks noChangeAspect="1"/>
          </p:cNvPicPr>
          <p:nvPr/>
        </p:nvPicPr>
        <p:blipFill>
          <a:blip r:embed="rId4"/>
          <a:stretch>
            <a:fillRect/>
          </a:stretch>
        </p:blipFill>
        <p:spPr>
          <a:xfrm>
            <a:off x="1447800" y="1641871"/>
            <a:ext cx="6214823" cy="3498058"/>
          </a:xfrm>
          <a:prstGeom prst="rect">
            <a:avLst/>
          </a:prstGeom>
        </p:spPr>
      </p:pic>
    </p:spTree>
    <p:extLst>
      <p:ext uri="{BB962C8B-B14F-4D97-AF65-F5344CB8AC3E}">
        <p14:creationId xmlns:p14="http://schemas.microsoft.com/office/powerpoint/2010/main" val="90204680"/>
      </p:ext>
    </p:extLst>
  </p:cSld>
  <p:clrMapOvr>
    <a:masterClrMapping/>
  </p:clrMapOvr>
  <p:transition spd="slow">
    <p:fad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1066800" y="152400"/>
            <a:ext cx="7938052" cy="6477000"/>
          </a:xfrm>
          <a:prstGeom prst="rect">
            <a:avLst/>
          </a:prstGeom>
          <a:solidFill>
            <a:schemeClr val="bg1"/>
          </a:solidFill>
          <a:ln w="38100" cap="rnd">
            <a:noFill/>
            <a:round/>
          </a:ln>
          <a:effectLst>
            <a:outerShdw blurRad="88900" dist="889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400" y="152400"/>
            <a:ext cx="914400" cy="6477000"/>
          </a:xfrm>
          <a:prstGeom prst="rect">
            <a:avLst/>
          </a:prstGeom>
        </p:spPr>
      </p:pic>
      <p:sp>
        <p:nvSpPr>
          <p:cNvPr id="2" name="Title 1"/>
          <p:cNvSpPr>
            <a:spLocks noGrp="1"/>
          </p:cNvSpPr>
          <p:nvPr>
            <p:ph type="ctrTitle"/>
          </p:nvPr>
        </p:nvSpPr>
        <p:spPr>
          <a:xfrm>
            <a:off x="1295401" y="406401"/>
            <a:ext cx="7467600" cy="835502"/>
          </a:xfrm>
        </p:spPr>
        <p:txBody>
          <a:bodyPr>
            <a:normAutofit/>
          </a:bodyPr>
          <a:lstStyle/>
          <a:p>
            <a:pPr algn="l"/>
            <a:r>
              <a:rPr lang="en-US" sz="4000" dirty="0" smtClean="0">
                <a:solidFill>
                  <a:schemeClr val="accent3">
                    <a:lumMod val="50000"/>
                  </a:schemeClr>
                </a:solidFill>
                <a:effectLst>
                  <a:outerShdw blurRad="38100" dist="38100" dir="2700000" algn="tl">
                    <a:srgbClr val="000000">
                      <a:alpha val="43137"/>
                    </a:srgbClr>
                  </a:outerShdw>
                </a:effectLst>
                <a:latin typeface="Georgia" pitchFamily="18" charset="0"/>
              </a:rPr>
              <a:t>Activity: </a:t>
            </a:r>
            <a:endParaRPr lang="en-US" sz="4000" dirty="0">
              <a:solidFill>
                <a:schemeClr val="accent3">
                  <a:lumMod val="50000"/>
                </a:schemeClr>
              </a:solidFill>
              <a:effectLst>
                <a:outerShdw blurRad="38100" dist="38100" dir="2700000" algn="tl">
                  <a:srgbClr val="000000">
                    <a:alpha val="43137"/>
                  </a:srgbClr>
                </a:outerShdw>
              </a:effectLst>
              <a:latin typeface="Georgia" pitchFamily="18" charset="0"/>
            </a:endParaRPr>
          </a:p>
        </p:txBody>
      </p:sp>
      <p:sp>
        <p:nvSpPr>
          <p:cNvPr id="3" name="Subtitle 2"/>
          <p:cNvSpPr>
            <a:spLocks noGrp="1"/>
          </p:cNvSpPr>
          <p:nvPr>
            <p:ph type="subTitle" idx="1"/>
          </p:nvPr>
        </p:nvSpPr>
        <p:spPr>
          <a:xfrm>
            <a:off x="1295400" y="1388534"/>
            <a:ext cx="7467600" cy="4326466"/>
          </a:xfrm>
        </p:spPr>
        <p:txBody>
          <a:bodyPr anchor="ctr">
            <a:normAutofit/>
          </a:bodyPr>
          <a:lstStyle/>
          <a:p>
            <a:pPr algn="l"/>
            <a:r>
              <a:rPr lang="en-US" sz="2800" dirty="0">
                <a:solidFill>
                  <a:schemeClr val="tx1"/>
                </a:solidFill>
              </a:rPr>
              <a:t>Have you ever said, “That’s unfair”? </a:t>
            </a:r>
          </a:p>
          <a:p>
            <a:pPr algn="l"/>
            <a:endParaRPr lang="en-US" sz="2800" dirty="0">
              <a:solidFill>
                <a:schemeClr val="tx1"/>
              </a:solidFill>
            </a:endParaRPr>
          </a:p>
          <a:p>
            <a:pPr algn="l"/>
            <a:r>
              <a:rPr lang="en-US" sz="2800" dirty="0">
                <a:solidFill>
                  <a:schemeClr val="tx1"/>
                </a:solidFill>
              </a:rPr>
              <a:t>How do you know when something is unfair? </a:t>
            </a:r>
          </a:p>
          <a:p>
            <a:pPr algn="l"/>
            <a:endParaRPr lang="en-US" sz="2800" dirty="0">
              <a:solidFill>
                <a:schemeClr val="tx1"/>
              </a:solidFill>
            </a:endParaRPr>
          </a:p>
          <a:p>
            <a:pPr algn="l"/>
            <a:r>
              <a:rPr lang="en-US" sz="2800" dirty="0">
                <a:solidFill>
                  <a:schemeClr val="tx1"/>
                </a:solidFill>
              </a:rPr>
              <a:t>Make a list of Do’s and Don’t for being unfair. </a:t>
            </a:r>
          </a:p>
          <a:p>
            <a:pPr algn="l"/>
            <a:endParaRPr lang="en-US" dirty="0">
              <a:solidFill>
                <a:schemeClr val="tx1"/>
              </a:solidFill>
            </a:endParaRPr>
          </a:p>
        </p:txBody>
      </p:sp>
      <p:sp>
        <p:nvSpPr>
          <p:cNvPr id="7" name="Footer Placeholder 6"/>
          <p:cNvSpPr>
            <a:spLocks noGrp="1"/>
          </p:cNvSpPr>
          <p:nvPr>
            <p:ph type="ftr" sz="quarter" idx="11"/>
          </p:nvPr>
        </p:nvSpPr>
        <p:spPr>
          <a:xfrm>
            <a:off x="34636" y="6626945"/>
            <a:ext cx="8118764" cy="249385"/>
          </a:xfrm>
        </p:spPr>
        <p:txBody>
          <a:bodyPr/>
          <a:lstStyle/>
          <a:p>
            <a:pPr algn="l"/>
            <a:r>
              <a:rPr lang="en-US" sz="800" b="1" dirty="0" smtClean="0">
                <a:solidFill>
                  <a:schemeClr val="bg1"/>
                </a:solidFill>
              </a:rPr>
              <a:t>© 2013 Cengage Learning. All Rights Reserved. </a:t>
            </a:r>
            <a:endParaRPr lang="en-US" sz="800" b="1" dirty="0">
              <a:solidFill>
                <a:schemeClr val="bg1"/>
              </a:solidFill>
            </a:endParaRPr>
          </a:p>
        </p:txBody>
      </p:sp>
      <p:sp>
        <p:nvSpPr>
          <p:cNvPr id="8" name="Slide Number Placeholder 7"/>
          <p:cNvSpPr>
            <a:spLocks noGrp="1"/>
          </p:cNvSpPr>
          <p:nvPr>
            <p:ph type="sldNum" sz="quarter" idx="12"/>
          </p:nvPr>
        </p:nvSpPr>
        <p:spPr>
          <a:xfrm>
            <a:off x="8534400" y="6638280"/>
            <a:ext cx="586906" cy="226714"/>
          </a:xfrm>
        </p:spPr>
        <p:txBody>
          <a:bodyPr/>
          <a:lstStyle/>
          <a:p>
            <a:fld id="{2A7F9223-B69B-4AA9-B6C4-9B69EF94F2BD}" type="slidenum">
              <a:rPr lang="en-US" sz="800" smtClean="0">
                <a:solidFill>
                  <a:schemeClr val="accent1"/>
                </a:solidFill>
              </a:rPr>
              <a:pPr/>
              <a:t>16</a:t>
            </a:fld>
            <a:endParaRPr lang="en-US" sz="800" dirty="0">
              <a:solidFill>
                <a:schemeClr val="accent1"/>
              </a:solidFill>
            </a:endParaRPr>
          </a:p>
        </p:txBody>
      </p:sp>
    </p:spTree>
    <p:extLst>
      <p:ext uri="{BB962C8B-B14F-4D97-AF65-F5344CB8AC3E}">
        <p14:creationId xmlns:p14="http://schemas.microsoft.com/office/powerpoint/2010/main" val="3588588290"/>
      </p:ext>
    </p:extLst>
  </p:cSld>
  <p:clrMapOvr>
    <a:masterClrMapping/>
  </p:clrMapOvr>
  <p:transition spd="slow">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FFFFFF"/>
            </a:gs>
            <a:gs pos="7001">
              <a:srgbClr val="E6E6E6"/>
            </a:gs>
            <a:gs pos="32001">
              <a:srgbClr val="7D8496"/>
            </a:gs>
            <a:gs pos="47000">
              <a:srgbClr val="E6E6E6"/>
            </a:gs>
            <a:gs pos="85001">
              <a:srgbClr val="7D8496"/>
            </a:gs>
            <a:gs pos="100000">
              <a:srgbClr val="E6E6E6"/>
            </a:gs>
          </a:gsLst>
          <a:path path="rect">
            <a:fillToRect l="100000" t="100000"/>
          </a:path>
          <a:tileRect r="-100000" b="-100000"/>
        </a:gradFill>
        <a:effectLst/>
      </p:bgPr>
    </p:bg>
    <p:spTree>
      <p:nvGrpSpPr>
        <p:cNvPr id="1" name=""/>
        <p:cNvGrpSpPr/>
        <p:nvPr/>
      </p:nvGrpSpPr>
      <p:grpSpPr>
        <a:xfrm>
          <a:off x="0" y="0"/>
          <a:ext cx="0" cy="0"/>
          <a:chOff x="0" y="0"/>
          <a:chExt cx="0" cy="0"/>
        </a:xfrm>
      </p:grpSpPr>
      <p:sp>
        <p:nvSpPr>
          <p:cNvPr id="9" name="Rectangle 8"/>
          <p:cNvSpPr/>
          <p:nvPr/>
        </p:nvSpPr>
        <p:spPr>
          <a:xfrm>
            <a:off x="1066800" y="152400"/>
            <a:ext cx="7938052" cy="6477000"/>
          </a:xfrm>
          <a:prstGeom prst="rect">
            <a:avLst/>
          </a:prstGeom>
          <a:solidFill>
            <a:schemeClr val="bg1"/>
          </a:solidFill>
          <a:ln w="38100" cap="rnd">
            <a:noFill/>
            <a:round/>
          </a:ln>
          <a:effectLst>
            <a:outerShdw blurRad="88900" dist="889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2400" y="152400"/>
            <a:ext cx="914400" cy="6477000"/>
          </a:xfrm>
          <a:prstGeom prst="rect">
            <a:avLst/>
          </a:prstGeom>
        </p:spPr>
      </p:pic>
      <p:sp>
        <p:nvSpPr>
          <p:cNvPr id="2" name="Title 1"/>
          <p:cNvSpPr>
            <a:spLocks noGrp="1"/>
          </p:cNvSpPr>
          <p:nvPr>
            <p:ph type="ctrTitle"/>
          </p:nvPr>
        </p:nvSpPr>
        <p:spPr>
          <a:xfrm>
            <a:off x="1295401" y="406401"/>
            <a:ext cx="7467600" cy="835502"/>
          </a:xfrm>
        </p:spPr>
        <p:txBody>
          <a:bodyPr>
            <a:normAutofit/>
          </a:bodyPr>
          <a:lstStyle/>
          <a:p>
            <a:pPr algn="l"/>
            <a:r>
              <a:rPr lang="en-US" sz="4000" dirty="0" smtClean="0">
                <a:solidFill>
                  <a:schemeClr val="accent3">
                    <a:lumMod val="50000"/>
                  </a:schemeClr>
                </a:solidFill>
                <a:effectLst>
                  <a:outerShdw blurRad="38100" dist="38100" dir="2700000" algn="tl">
                    <a:srgbClr val="000000">
                      <a:alpha val="43137"/>
                    </a:srgbClr>
                  </a:outerShdw>
                </a:effectLst>
                <a:latin typeface="Georgia" pitchFamily="18" charset="0"/>
              </a:rPr>
              <a:t>KINDS OF JUSTICE </a:t>
            </a:r>
            <a:endParaRPr lang="en-US" sz="4000" dirty="0">
              <a:solidFill>
                <a:schemeClr val="accent3">
                  <a:lumMod val="50000"/>
                </a:schemeClr>
              </a:solidFill>
              <a:effectLst>
                <a:outerShdw blurRad="38100" dist="38100" dir="2700000" algn="tl">
                  <a:srgbClr val="000000">
                    <a:alpha val="43137"/>
                  </a:srgbClr>
                </a:outerShdw>
              </a:effectLst>
              <a:latin typeface="Georgia" pitchFamily="18" charset="0"/>
            </a:endParaRPr>
          </a:p>
        </p:txBody>
      </p:sp>
      <p:sp>
        <p:nvSpPr>
          <p:cNvPr id="3" name="Subtitle 2"/>
          <p:cNvSpPr>
            <a:spLocks noGrp="1"/>
          </p:cNvSpPr>
          <p:nvPr>
            <p:ph type="subTitle" idx="1"/>
          </p:nvPr>
        </p:nvSpPr>
        <p:spPr>
          <a:xfrm>
            <a:off x="1302026" y="1495904"/>
            <a:ext cx="7467600" cy="4430762"/>
          </a:xfrm>
        </p:spPr>
        <p:txBody>
          <a:bodyPr anchor="ctr">
            <a:normAutofit/>
          </a:bodyPr>
          <a:lstStyle/>
          <a:p>
            <a:pPr marL="457200" indent="-457200" algn="l">
              <a:buFont typeface="Arial" pitchFamily="34" charset="0"/>
              <a:buChar char="•"/>
            </a:pPr>
            <a:r>
              <a:rPr lang="en-US" sz="2800" dirty="0">
                <a:solidFill>
                  <a:schemeClr val="tx1"/>
                </a:solidFill>
              </a:rPr>
              <a:t>What is Social Justice?</a:t>
            </a:r>
          </a:p>
          <a:p>
            <a:pPr marL="457200" indent="-457200" algn="l">
              <a:buFont typeface="Arial" pitchFamily="34" charset="0"/>
              <a:buChar char="•"/>
            </a:pPr>
            <a:endParaRPr lang="en-US" sz="2800" dirty="0">
              <a:solidFill>
                <a:schemeClr val="tx1"/>
              </a:solidFill>
            </a:endParaRPr>
          </a:p>
          <a:p>
            <a:pPr marL="457200" indent="-457200" algn="l">
              <a:buFont typeface="Arial" pitchFamily="34" charset="0"/>
              <a:buChar char="•"/>
            </a:pPr>
            <a:r>
              <a:rPr lang="en-US" sz="2800" dirty="0">
                <a:solidFill>
                  <a:schemeClr val="tx1"/>
                </a:solidFill>
              </a:rPr>
              <a:t>What is Political Justice?</a:t>
            </a:r>
          </a:p>
          <a:p>
            <a:pPr marL="457200" indent="-457200" algn="l">
              <a:buFont typeface="Arial" pitchFamily="34" charset="0"/>
              <a:buChar char="•"/>
            </a:pPr>
            <a:endParaRPr lang="en-US" sz="2800" dirty="0">
              <a:solidFill>
                <a:schemeClr val="tx1"/>
              </a:solidFill>
            </a:endParaRPr>
          </a:p>
          <a:p>
            <a:pPr marL="457200" indent="-457200" algn="l">
              <a:buFont typeface="Arial" pitchFamily="34" charset="0"/>
              <a:buChar char="•"/>
            </a:pPr>
            <a:r>
              <a:rPr lang="en-US" sz="2800" dirty="0">
                <a:solidFill>
                  <a:schemeClr val="tx1"/>
                </a:solidFill>
              </a:rPr>
              <a:t>What is Economic Justice? </a:t>
            </a:r>
          </a:p>
          <a:p>
            <a:pPr algn="l"/>
            <a:endParaRPr lang="en-US" dirty="0">
              <a:solidFill>
                <a:schemeClr val="tx1"/>
              </a:solidFill>
            </a:endParaRPr>
          </a:p>
        </p:txBody>
      </p:sp>
      <p:sp>
        <p:nvSpPr>
          <p:cNvPr id="7" name="Footer Placeholder 6"/>
          <p:cNvSpPr>
            <a:spLocks noGrp="1"/>
          </p:cNvSpPr>
          <p:nvPr>
            <p:ph type="ftr" sz="quarter" idx="11"/>
          </p:nvPr>
        </p:nvSpPr>
        <p:spPr>
          <a:xfrm>
            <a:off x="34636" y="6626945"/>
            <a:ext cx="8118764" cy="249385"/>
          </a:xfrm>
        </p:spPr>
        <p:txBody>
          <a:bodyPr/>
          <a:lstStyle/>
          <a:p>
            <a:pPr algn="l"/>
            <a:r>
              <a:rPr lang="en-US" sz="800" b="1" dirty="0" smtClean="0">
                <a:solidFill>
                  <a:schemeClr val="bg1"/>
                </a:solidFill>
              </a:rPr>
              <a:t>© 2013 Cengage Learning. All Rights Reserved. </a:t>
            </a:r>
            <a:endParaRPr lang="en-US" sz="800" b="1" dirty="0">
              <a:solidFill>
                <a:schemeClr val="bg1"/>
              </a:solidFill>
            </a:endParaRPr>
          </a:p>
        </p:txBody>
      </p:sp>
      <p:sp>
        <p:nvSpPr>
          <p:cNvPr id="8" name="Slide Number Placeholder 7"/>
          <p:cNvSpPr>
            <a:spLocks noGrp="1"/>
          </p:cNvSpPr>
          <p:nvPr>
            <p:ph type="sldNum" sz="quarter" idx="12"/>
          </p:nvPr>
        </p:nvSpPr>
        <p:spPr>
          <a:xfrm>
            <a:off x="8534400" y="6638280"/>
            <a:ext cx="586906" cy="226714"/>
          </a:xfrm>
        </p:spPr>
        <p:txBody>
          <a:bodyPr/>
          <a:lstStyle/>
          <a:p>
            <a:fld id="{2A7F9223-B69B-4AA9-B6C4-9B69EF94F2BD}" type="slidenum">
              <a:rPr lang="en-US" sz="800" smtClean="0">
                <a:solidFill>
                  <a:schemeClr val="accent1"/>
                </a:solidFill>
              </a:rPr>
              <a:pPr/>
              <a:t>17</a:t>
            </a:fld>
            <a:endParaRPr lang="en-US" sz="800" dirty="0">
              <a:solidFill>
                <a:schemeClr val="accent1"/>
              </a:solidFill>
            </a:endParaRPr>
          </a:p>
        </p:txBody>
      </p:sp>
    </p:spTree>
    <p:extLst>
      <p:ext uri="{BB962C8B-B14F-4D97-AF65-F5344CB8AC3E}">
        <p14:creationId xmlns:p14="http://schemas.microsoft.com/office/powerpoint/2010/main" val="4142263322"/>
      </p:ext>
    </p:extLst>
  </p:cSld>
  <p:clrMapOvr>
    <a:overrideClrMapping bg1="lt1" tx1="dk1" bg2="lt2" tx2="dk2" accent1="accent1" accent2="accent2" accent3="accent3" accent4="accent4" accent5="accent5" accent6="accent6" hlink="hlink" folHlink="folHlink"/>
  </p:clrMapOvr>
  <p:transition spd="slow">
    <p:fad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1066800" y="152400"/>
            <a:ext cx="7938052" cy="6477000"/>
          </a:xfrm>
          <a:prstGeom prst="rect">
            <a:avLst/>
          </a:prstGeom>
          <a:solidFill>
            <a:schemeClr val="bg1"/>
          </a:solidFill>
          <a:ln w="38100" cap="rnd">
            <a:noFill/>
            <a:round/>
          </a:ln>
          <a:effectLst>
            <a:outerShdw blurRad="88900" dist="889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400" y="152400"/>
            <a:ext cx="914400" cy="6477000"/>
          </a:xfrm>
          <a:prstGeom prst="rect">
            <a:avLst/>
          </a:prstGeom>
        </p:spPr>
      </p:pic>
      <p:sp>
        <p:nvSpPr>
          <p:cNvPr id="2" name="Title 1"/>
          <p:cNvSpPr>
            <a:spLocks noGrp="1"/>
          </p:cNvSpPr>
          <p:nvPr>
            <p:ph type="ctrTitle"/>
          </p:nvPr>
        </p:nvSpPr>
        <p:spPr>
          <a:xfrm>
            <a:off x="1295401" y="406401"/>
            <a:ext cx="7467600" cy="835502"/>
          </a:xfrm>
        </p:spPr>
        <p:txBody>
          <a:bodyPr>
            <a:normAutofit/>
          </a:bodyPr>
          <a:lstStyle/>
          <a:p>
            <a:pPr algn="l"/>
            <a:r>
              <a:rPr lang="en-US" sz="4000" dirty="0" smtClean="0">
                <a:solidFill>
                  <a:schemeClr val="accent3">
                    <a:lumMod val="50000"/>
                  </a:schemeClr>
                </a:solidFill>
                <a:effectLst>
                  <a:outerShdw blurRad="38100" dist="38100" dir="2700000" algn="tl">
                    <a:srgbClr val="000000">
                      <a:alpha val="43137"/>
                    </a:srgbClr>
                  </a:outerShdw>
                </a:effectLst>
                <a:latin typeface="Georgia" pitchFamily="18" charset="0"/>
              </a:rPr>
              <a:t>SOCIETY AND THE BOMB </a:t>
            </a:r>
            <a:endParaRPr lang="en-US" sz="4000" dirty="0">
              <a:solidFill>
                <a:schemeClr val="accent3">
                  <a:lumMod val="50000"/>
                </a:schemeClr>
              </a:solidFill>
              <a:effectLst>
                <a:outerShdw blurRad="38100" dist="38100" dir="2700000" algn="tl">
                  <a:srgbClr val="000000">
                    <a:alpha val="43137"/>
                  </a:srgbClr>
                </a:outerShdw>
              </a:effectLst>
              <a:latin typeface="Georgia" pitchFamily="18" charset="0"/>
            </a:endParaRPr>
          </a:p>
        </p:txBody>
      </p:sp>
      <p:sp>
        <p:nvSpPr>
          <p:cNvPr id="3" name="Subtitle 2"/>
          <p:cNvSpPr>
            <a:spLocks noGrp="1"/>
          </p:cNvSpPr>
          <p:nvPr>
            <p:ph type="subTitle" idx="1"/>
          </p:nvPr>
        </p:nvSpPr>
        <p:spPr>
          <a:xfrm>
            <a:off x="1302026" y="1495904"/>
            <a:ext cx="7467600" cy="4430762"/>
          </a:xfrm>
        </p:spPr>
        <p:txBody>
          <a:bodyPr anchor="ctr">
            <a:normAutofit/>
          </a:bodyPr>
          <a:lstStyle/>
          <a:p>
            <a:pPr algn="l"/>
            <a:r>
              <a:rPr lang="en-US" dirty="0">
                <a:solidFill>
                  <a:schemeClr val="tx1"/>
                </a:solidFill>
              </a:rPr>
              <a:t>https://www.youtube.com/watch?v=XX63b1sJtoc</a:t>
            </a:r>
          </a:p>
        </p:txBody>
      </p:sp>
      <p:sp>
        <p:nvSpPr>
          <p:cNvPr id="7" name="Footer Placeholder 6"/>
          <p:cNvSpPr>
            <a:spLocks noGrp="1"/>
          </p:cNvSpPr>
          <p:nvPr>
            <p:ph type="ftr" sz="quarter" idx="11"/>
          </p:nvPr>
        </p:nvSpPr>
        <p:spPr>
          <a:xfrm>
            <a:off x="34636" y="6626945"/>
            <a:ext cx="8118764" cy="249385"/>
          </a:xfrm>
        </p:spPr>
        <p:txBody>
          <a:bodyPr/>
          <a:lstStyle/>
          <a:p>
            <a:pPr algn="l"/>
            <a:r>
              <a:rPr lang="en-US" sz="800" b="1" dirty="0" smtClean="0">
                <a:solidFill>
                  <a:schemeClr val="bg1"/>
                </a:solidFill>
              </a:rPr>
              <a:t>© 2013 Cengage Learning. All Rights Reserved. </a:t>
            </a:r>
            <a:endParaRPr lang="en-US" sz="800" b="1" dirty="0">
              <a:solidFill>
                <a:schemeClr val="bg1"/>
              </a:solidFill>
            </a:endParaRPr>
          </a:p>
        </p:txBody>
      </p:sp>
      <p:sp>
        <p:nvSpPr>
          <p:cNvPr id="8" name="Slide Number Placeholder 7"/>
          <p:cNvSpPr>
            <a:spLocks noGrp="1"/>
          </p:cNvSpPr>
          <p:nvPr>
            <p:ph type="sldNum" sz="quarter" idx="12"/>
          </p:nvPr>
        </p:nvSpPr>
        <p:spPr>
          <a:xfrm>
            <a:off x="8534400" y="6638280"/>
            <a:ext cx="586906" cy="226714"/>
          </a:xfrm>
        </p:spPr>
        <p:txBody>
          <a:bodyPr/>
          <a:lstStyle/>
          <a:p>
            <a:fld id="{2A7F9223-B69B-4AA9-B6C4-9B69EF94F2BD}" type="slidenum">
              <a:rPr lang="en-US" sz="800" smtClean="0">
                <a:solidFill>
                  <a:schemeClr val="accent1"/>
                </a:solidFill>
              </a:rPr>
              <a:pPr/>
              <a:t>18</a:t>
            </a:fld>
            <a:endParaRPr lang="en-US" sz="800" dirty="0">
              <a:solidFill>
                <a:schemeClr val="accent1"/>
              </a:solidFill>
            </a:endParaRPr>
          </a:p>
        </p:txBody>
      </p:sp>
    </p:spTree>
    <p:extLst>
      <p:ext uri="{BB962C8B-B14F-4D97-AF65-F5344CB8AC3E}">
        <p14:creationId xmlns:p14="http://schemas.microsoft.com/office/powerpoint/2010/main" val="1711942609"/>
      </p:ext>
    </p:extLst>
  </p:cSld>
  <p:clrMapOvr>
    <a:masterClrMapping/>
  </p:clrMapOvr>
  <p:transition spd="slow">
    <p:fad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1066800" y="152400"/>
            <a:ext cx="7938052" cy="6477000"/>
          </a:xfrm>
          <a:prstGeom prst="rect">
            <a:avLst/>
          </a:prstGeom>
          <a:solidFill>
            <a:schemeClr val="bg1"/>
          </a:solidFill>
          <a:ln w="38100" cap="rnd">
            <a:noFill/>
            <a:round/>
          </a:ln>
          <a:effectLst>
            <a:outerShdw blurRad="88900" dist="889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400" y="152400"/>
            <a:ext cx="914400" cy="6477000"/>
          </a:xfrm>
          <a:prstGeom prst="rect">
            <a:avLst/>
          </a:prstGeom>
        </p:spPr>
      </p:pic>
      <p:sp>
        <p:nvSpPr>
          <p:cNvPr id="2" name="Title 1"/>
          <p:cNvSpPr>
            <a:spLocks noGrp="1"/>
          </p:cNvSpPr>
          <p:nvPr>
            <p:ph type="ctrTitle"/>
          </p:nvPr>
        </p:nvSpPr>
        <p:spPr>
          <a:xfrm>
            <a:off x="1295401" y="406401"/>
            <a:ext cx="7467600" cy="835502"/>
          </a:xfrm>
        </p:spPr>
        <p:txBody>
          <a:bodyPr>
            <a:normAutofit/>
          </a:bodyPr>
          <a:lstStyle/>
          <a:p>
            <a:pPr algn="l"/>
            <a:r>
              <a:rPr lang="en-US" sz="4000" dirty="0" smtClean="0">
                <a:solidFill>
                  <a:schemeClr val="accent3">
                    <a:lumMod val="50000"/>
                  </a:schemeClr>
                </a:solidFill>
                <a:effectLst>
                  <a:outerShdw blurRad="38100" dist="38100" dir="2700000" algn="tl">
                    <a:srgbClr val="000000">
                      <a:alpha val="43137"/>
                    </a:srgbClr>
                  </a:outerShdw>
                </a:effectLst>
                <a:latin typeface="Georgia" pitchFamily="18" charset="0"/>
              </a:rPr>
              <a:t>SOCIETY AND THE BOMB</a:t>
            </a:r>
            <a:endParaRPr lang="en-US" sz="4000" dirty="0">
              <a:solidFill>
                <a:schemeClr val="accent3">
                  <a:lumMod val="50000"/>
                </a:schemeClr>
              </a:solidFill>
              <a:effectLst>
                <a:outerShdw blurRad="38100" dist="38100" dir="2700000" algn="tl">
                  <a:srgbClr val="000000">
                    <a:alpha val="43137"/>
                  </a:srgbClr>
                </a:outerShdw>
              </a:effectLst>
              <a:latin typeface="Georgia" pitchFamily="18" charset="0"/>
            </a:endParaRPr>
          </a:p>
        </p:txBody>
      </p:sp>
      <p:sp>
        <p:nvSpPr>
          <p:cNvPr id="3" name="Subtitle 2"/>
          <p:cNvSpPr>
            <a:spLocks noGrp="1"/>
          </p:cNvSpPr>
          <p:nvPr>
            <p:ph type="subTitle" idx="1"/>
          </p:nvPr>
        </p:nvSpPr>
        <p:spPr>
          <a:xfrm>
            <a:off x="1302026" y="1495904"/>
            <a:ext cx="7467600" cy="4430762"/>
          </a:xfrm>
        </p:spPr>
        <p:txBody>
          <a:bodyPr anchor="ctr">
            <a:normAutofit/>
          </a:bodyPr>
          <a:lstStyle/>
          <a:p>
            <a:pPr marL="457200" indent="-457200" algn="l">
              <a:buFont typeface="Arial" pitchFamily="34" charset="0"/>
              <a:buChar char="•"/>
            </a:pPr>
            <a:r>
              <a:rPr lang="en-US" sz="2800" dirty="0">
                <a:solidFill>
                  <a:schemeClr val="tx1"/>
                </a:solidFill>
              </a:rPr>
              <a:t> Is killing the innocent always wrong, no matter the consequences</a:t>
            </a:r>
            <a:r>
              <a:rPr lang="en-US" sz="2800" dirty="0" smtClean="0">
                <a:solidFill>
                  <a:schemeClr val="tx1"/>
                </a:solidFill>
              </a:rPr>
              <a:t>?</a:t>
            </a:r>
          </a:p>
          <a:p>
            <a:pPr algn="l"/>
            <a:endParaRPr lang="en-US" sz="2800" dirty="0">
              <a:solidFill>
                <a:schemeClr val="tx1"/>
              </a:solidFill>
            </a:endParaRPr>
          </a:p>
          <a:p>
            <a:pPr marL="457200" indent="-457200" algn="l">
              <a:buFont typeface="Arial" pitchFamily="34" charset="0"/>
              <a:buChar char="•"/>
            </a:pPr>
            <a:r>
              <a:rPr lang="en-US" sz="2800" dirty="0">
                <a:solidFill>
                  <a:schemeClr val="tx1"/>
                </a:solidFill>
              </a:rPr>
              <a:t> Would you support the morality of dropping the bomb</a:t>
            </a:r>
            <a:r>
              <a:rPr lang="en-US" sz="2800" dirty="0" smtClean="0">
                <a:solidFill>
                  <a:schemeClr val="tx1"/>
                </a:solidFill>
              </a:rPr>
              <a:t>?</a:t>
            </a:r>
          </a:p>
          <a:p>
            <a:pPr algn="l"/>
            <a:endParaRPr lang="en-US" sz="2800" dirty="0">
              <a:solidFill>
                <a:schemeClr val="tx1"/>
              </a:solidFill>
            </a:endParaRPr>
          </a:p>
          <a:p>
            <a:pPr marL="457200" indent="-457200" algn="l">
              <a:buFont typeface="Arial" pitchFamily="34" charset="0"/>
              <a:buChar char="•"/>
            </a:pPr>
            <a:r>
              <a:rPr lang="en-US" sz="2800" dirty="0">
                <a:solidFill>
                  <a:schemeClr val="tx1"/>
                </a:solidFill>
              </a:rPr>
              <a:t> Do you agree that in some circumstances the use of weapons of mass destruction is morally permissible? </a:t>
            </a:r>
          </a:p>
          <a:p>
            <a:pPr algn="l"/>
            <a:endParaRPr lang="en-US" sz="2800" dirty="0">
              <a:solidFill>
                <a:schemeClr val="tx1"/>
              </a:solidFill>
            </a:endParaRPr>
          </a:p>
        </p:txBody>
      </p:sp>
      <p:sp>
        <p:nvSpPr>
          <p:cNvPr id="7" name="Footer Placeholder 6"/>
          <p:cNvSpPr>
            <a:spLocks noGrp="1"/>
          </p:cNvSpPr>
          <p:nvPr>
            <p:ph type="ftr" sz="quarter" idx="11"/>
          </p:nvPr>
        </p:nvSpPr>
        <p:spPr>
          <a:xfrm>
            <a:off x="34636" y="6626945"/>
            <a:ext cx="8118764" cy="249385"/>
          </a:xfrm>
        </p:spPr>
        <p:txBody>
          <a:bodyPr/>
          <a:lstStyle/>
          <a:p>
            <a:pPr algn="l"/>
            <a:r>
              <a:rPr lang="en-US" sz="800" b="1" dirty="0" smtClean="0">
                <a:solidFill>
                  <a:schemeClr val="bg1"/>
                </a:solidFill>
              </a:rPr>
              <a:t>© 2013 Cengage Learning. All Rights Reserved. </a:t>
            </a:r>
            <a:endParaRPr lang="en-US" sz="800" b="1" dirty="0">
              <a:solidFill>
                <a:schemeClr val="bg1"/>
              </a:solidFill>
            </a:endParaRPr>
          </a:p>
        </p:txBody>
      </p:sp>
      <p:sp>
        <p:nvSpPr>
          <p:cNvPr id="8" name="Slide Number Placeholder 7"/>
          <p:cNvSpPr>
            <a:spLocks noGrp="1"/>
          </p:cNvSpPr>
          <p:nvPr>
            <p:ph type="sldNum" sz="quarter" idx="12"/>
          </p:nvPr>
        </p:nvSpPr>
        <p:spPr>
          <a:xfrm>
            <a:off x="8534400" y="6638280"/>
            <a:ext cx="586906" cy="226714"/>
          </a:xfrm>
        </p:spPr>
        <p:txBody>
          <a:bodyPr/>
          <a:lstStyle/>
          <a:p>
            <a:fld id="{2A7F9223-B69B-4AA9-B6C4-9B69EF94F2BD}" type="slidenum">
              <a:rPr lang="en-US" sz="800" smtClean="0">
                <a:solidFill>
                  <a:schemeClr val="accent1"/>
                </a:solidFill>
              </a:rPr>
              <a:pPr/>
              <a:t>19</a:t>
            </a:fld>
            <a:endParaRPr lang="en-US" sz="800" dirty="0">
              <a:solidFill>
                <a:schemeClr val="accent1"/>
              </a:solidFill>
            </a:endParaRPr>
          </a:p>
        </p:txBody>
      </p:sp>
    </p:spTree>
    <p:extLst>
      <p:ext uri="{BB962C8B-B14F-4D97-AF65-F5344CB8AC3E}">
        <p14:creationId xmlns:p14="http://schemas.microsoft.com/office/powerpoint/2010/main" val="4185205692"/>
      </p:ext>
    </p:extLst>
  </p:cSld>
  <p:clrMapOvr>
    <a:masterClrMapping/>
  </p:clrMapOvr>
  <p:transition spd="slow">
    <p:fad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1066800" y="152400"/>
            <a:ext cx="7938052" cy="6477000"/>
          </a:xfrm>
          <a:prstGeom prst="rect">
            <a:avLst/>
          </a:prstGeom>
          <a:solidFill>
            <a:schemeClr val="bg1"/>
          </a:solidFill>
          <a:ln w="38100" cap="rnd">
            <a:noFill/>
            <a:round/>
          </a:ln>
          <a:effectLst>
            <a:outerShdw blurRad="88900" dist="889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400" y="152400"/>
            <a:ext cx="914400" cy="6477000"/>
          </a:xfrm>
          <a:prstGeom prst="rect">
            <a:avLst/>
          </a:prstGeom>
        </p:spPr>
      </p:pic>
      <p:sp>
        <p:nvSpPr>
          <p:cNvPr id="2" name="Title 1"/>
          <p:cNvSpPr>
            <a:spLocks noGrp="1"/>
          </p:cNvSpPr>
          <p:nvPr>
            <p:ph type="ctrTitle"/>
          </p:nvPr>
        </p:nvSpPr>
        <p:spPr>
          <a:xfrm>
            <a:off x="1295401" y="406401"/>
            <a:ext cx="7467600" cy="835502"/>
          </a:xfrm>
        </p:spPr>
        <p:txBody>
          <a:bodyPr>
            <a:noAutofit/>
          </a:bodyPr>
          <a:lstStyle/>
          <a:p>
            <a:pPr algn="l"/>
            <a:r>
              <a:rPr lang="en-US" sz="4000" dirty="0" smtClean="0">
                <a:solidFill>
                  <a:schemeClr val="accent3">
                    <a:lumMod val="50000"/>
                  </a:schemeClr>
                </a:solidFill>
                <a:effectLst>
                  <a:outerShdw blurRad="38100" dist="38100" dir="2700000" algn="tl">
                    <a:srgbClr val="000000">
                      <a:alpha val="43137"/>
                    </a:srgbClr>
                  </a:outerShdw>
                </a:effectLst>
                <a:latin typeface="Georgia" pitchFamily="18" charset="0"/>
              </a:rPr>
              <a:t>THEORIES OF JUSTICE </a:t>
            </a:r>
            <a:endParaRPr lang="en-US" sz="4000" dirty="0">
              <a:solidFill>
                <a:schemeClr val="accent3">
                  <a:lumMod val="50000"/>
                </a:schemeClr>
              </a:solidFill>
              <a:effectLst>
                <a:outerShdw blurRad="38100" dist="38100" dir="2700000" algn="tl">
                  <a:srgbClr val="000000">
                    <a:alpha val="43137"/>
                  </a:srgbClr>
                </a:outerShdw>
              </a:effectLst>
              <a:latin typeface="Georgia" pitchFamily="18" charset="0"/>
            </a:endParaRPr>
          </a:p>
        </p:txBody>
      </p:sp>
      <p:sp>
        <p:nvSpPr>
          <p:cNvPr id="7" name="Footer Placeholder 6"/>
          <p:cNvSpPr>
            <a:spLocks noGrp="1"/>
          </p:cNvSpPr>
          <p:nvPr>
            <p:ph type="ftr" sz="quarter" idx="11"/>
          </p:nvPr>
        </p:nvSpPr>
        <p:spPr>
          <a:xfrm>
            <a:off x="34636" y="6626945"/>
            <a:ext cx="8118764" cy="249385"/>
          </a:xfrm>
        </p:spPr>
        <p:txBody>
          <a:bodyPr/>
          <a:lstStyle/>
          <a:p>
            <a:pPr algn="l"/>
            <a:r>
              <a:rPr lang="en-US" sz="800" b="1" dirty="0" smtClean="0">
                <a:solidFill>
                  <a:schemeClr val="bg1"/>
                </a:solidFill>
              </a:rPr>
              <a:t>© 2013 Cengage Learning. All Rights Reserved. </a:t>
            </a:r>
            <a:endParaRPr lang="en-US" sz="800" b="1" dirty="0">
              <a:solidFill>
                <a:schemeClr val="bg1"/>
              </a:solidFill>
            </a:endParaRPr>
          </a:p>
        </p:txBody>
      </p:sp>
      <p:sp>
        <p:nvSpPr>
          <p:cNvPr id="8" name="Slide Number Placeholder 7"/>
          <p:cNvSpPr>
            <a:spLocks noGrp="1"/>
          </p:cNvSpPr>
          <p:nvPr>
            <p:ph type="sldNum" sz="quarter" idx="12"/>
          </p:nvPr>
        </p:nvSpPr>
        <p:spPr>
          <a:xfrm>
            <a:off x="8534400" y="6638280"/>
            <a:ext cx="586906" cy="226714"/>
          </a:xfrm>
        </p:spPr>
        <p:txBody>
          <a:bodyPr/>
          <a:lstStyle/>
          <a:p>
            <a:fld id="{2A7F9223-B69B-4AA9-B6C4-9B69EF94F2BD}" type="slidenum">
              <a:rPr lang="en-US" sz="800" smtClean="0">
                <a:solidFill>
                  <a:schemeClr val="accent1"/>
                </a:solidFill>
              </a:rPr>
              <a:pPr/>
              <a:t>20</a:t>
            </a:fld>
            <a:endParaRPr lang="en-US" sz="800" dirty="0">
              <a:solidFill>
                <a:schemeClr val="accent1"/>
              </a:solidFill>
            </a:endParaRPr>
          </a:p>
        </p:txBody>
      </p:sp>
      <p:pic>
        <p:nvPicPr>
          <p:cNvPr id="11" name="Picture 2" descr="Related image"/>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1659613" y="1496812"/>
            <a:ext cx="6752426" cy="37881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2343254"/>
      </p:ext>
    </p:extLst>
  </p:cSld>
  <p:clrMapOvr>
    <a:masterClrMapping/>
  </p:clrMapOvr>
  <p:transition spd="slow">
    <p:fad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1066800" y="152400"/>
            <a:ext cx="7938052" cy="6477000"/>
          </a:xfrm>
          <a:prstGeom prst="rect">
            <a:avLst/>
          </a:prstGeom>
          <a:solidFill>
            <a:schemeClr val="bg1"/>
          </a:solidFill>
          <a:ln w="38100" cap="rnd">
            <a:noFill/>
            <a:round/>
          </a:ln>
          <a:effectLst>
            <a:outerShdw blurRad="88900" dist="889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400" y="152400"/>
            <a:ext cx="914400" cy="6477000"/>
          </a:xfrm>
          <a:prstGeom prst="rect">
            <a:avLst/>
          </a:prstGeom>
        </p:spPr>
      </p:pic>
      <p:sp>
        <p:nvSpPr>
          <p:cNvPr id="2" name="Title 1"/>
          <p:cNvSpPr>
            <a:spLocks noGrp="1"/>
          </p:cNvSpPr>
          <p:nvPr>
            <p:ph type="ctrTitle"/>
          </p:nvPr>
        </p:nvSpPr>
        <p:spPr>
          <a:xfrm>
            <a:off x="1295401" y="406401"/>
            <a:ext cx="7467600" cy="835502"/>
          </a:xfrm>
        </p:spPr>
        <p:txBody>
          <a:bodyPr>
            <a:normAutofit/>
          </a:bodyPr>
          <a:lstStyle/>
          <a:p>
            <a:pPr algn="l"/>
            <a:r>
              <a:rPr lang="en-US" sz="4000" dirty="0" smtClean="0">
                <a:solidFill>
                  <a:schemeClr val="accent3">
                    <a:lumMod val="50000"/>
                  </a:schemeClr>
                </a:solidFill>
                <a:effectLst>
                  <a:outerShdw blurRad="38100" dist="38100" dir="2700000" algn="tl">
                    <a:srgbClr val="000000">
                      <a:alpha val="43137"/>
                    </a:srgbClr>
                  </a:outerShdw>
                </a:effectLst>
                <a:latin typeface="Georgia" pitchFamily="18" charset="0"/>
              </a:rPr>
              <a:t>JUSTICE AS MERIT - PLATO </a:t>
            </a:r>
            <a:endParaRPr lang="en-US" sz="4000" dirty="0">
              <a:solidFill>
                <a:schemeClr val="accent3">
                  <a:lumMod val="50000"/>
                </a:schemeClr>
              </a:solidFill>
              <a:effectLst>
                <a:outerShdw blurRad="38100" dist="38100" dir="2700000" algn="tl">
                  <a:srgbClr val="000000">
                    <a:alpha val="43137"/>
                  </a:srgbClr>
                </a:outerShdw>
              </a:effectLst>
              <a:latin typeface="Georgia" pitchFamily="18" charset="0"/>
            </a:endParaRPr>
          </a:p>
        </p:txBody>
      </p:sp>
      <p:sp>
        <p:nvSpPr>
          <p:cNvPr id="3" name="Subtitle 2"/>
          <p:cNvSpPr>
            <a:spLocks noGrp="1"/>
          </p:cNvSpPr>
          <p:nvPr>
            <p:ph type="subTitle" idx="1"/>
          </p:nvPr>
        </p:nvSpPr>
        <p:spPr>
          <a:xfrm>
            <a:off x="1302026" y="1495904"/>
            <a:ext cx="7467600" cy="4430762"/>
          </a:xfrm>
        </p:spPr>
        <p:txBody>
          <a:bodyPr anchor="ctr">
            <a:normAutofit/>
          </a:bodyPr>
          <a:lstStyle/>
          <a:p>
            <a:pPr algn="l"/>
            <a:r>
              <a:rPr lang="en-US" sz="2800" b="1" u="sng" dirty="0">
                <a:solidFill>
                  <a:schemeClr val="tx1"/>
                </a:solidFill>
              </a:rPr>
              <a:t>Justice as Harmony </a:t>
            </a:r>
          </a:p>
          <a:p>
            <a:pPr marL="457200" indent="-457200" algn="l">
              <a:buFont typeface="Arial" pitchFamily="34" charset="0"/>
              <a:buChar char="•"/>
            </a:pPr>
            <a:endParaRPr lang="en-US" sz="2800" dirty="0">
              <a:solidFill>
                <a:schemeClr val="tx1"/>
              </a:solidFill>
            </a:endParaRPr>
          </a:p>
          <a:p>
            <a:pPr algn="l"/>
            <a:r>
              <a:rPr lang="en-US" sz="2800" dirty="0">
                <a:solidFill>
                  <a:schemeClr val="tx1"/>
                </a:solidFill>
              </a:rPr>
              <a:t>A Just Society is one in </a:t>
            </a:r>
            <a:endParaRPr lang="en-US" sz="2800" dirty="0" smtClean="0">
              <a:solidFill>
                <a:schemeClr val="tx1"/>
              </a:solidFill>
            </a:endParaRPr>
          </a:p>
          <a:p>
            <a:pPr algn="l"/>
            <a:r>
              <a:rPr lang="en-US" sz="2800" dirty="0" smtClean="0">
                <a:solidFill>
                  <a:schemeClr val="tx1"/>
                </a:solidFill>
              </a:rPr>
              <a:t>which </a:t>
            </a:r>
            <a:r>
              <a:rPr lang="en-US" sz="2800" dirty="0">
                <a:solidFill>
                  <a:schemeClr val="tx1"/>
                </a:solidFill>
              </a:rPr>
              <a:t>everyone </a:t>
            </a:r>
            <a:r>
              <a:rPr lang="en-US" sz="2800" dirty="0" smtClean="0">
                <a:solidFill>
                  <a:schemeClr val="tx1"/>
                </a:solidFill>
              </a:rPr>
              <a:t>fulfills </a:t>
            </a:r>
          </a:p>
          <a:p>
            <a:pPr algn="l"/>
            <a:r>
              <a:rPr lang="en-US" sz="2800" dirty="0" smtClean="0">
                <a:solidFill>
                  <a:schemeClr val="tx1"/>
                </a:solidFill>
              </a:rPr>
              <a:t>their </a:t>
            </a:r>
            <a:r>
              <a:rPr lang="en-US" sz="2800" dirty="0">
                <a:solidFill>
                  <a:schemeClr val="tx1"/>
                </a:solidFill>
              </a:rPr>
              <a:t>roles, </a:t>
            </a:r>
            <a:r>
              <a:rPr lang="en-US" sz="2800" dirty="0" smtClean="0">
                <a:solidFill>
                  <a:schemeClr val="tx1"/>
                </a:solidFill>
              </a:rPr>
              <a:t>so </a:t>
            </a:r>
            <a:r>
              <a:rPr lang="en-US" sz="2800" dirty="0">
                <a:solidFill>
                  <a:schemeClr val="tx1"/>
                </a:solidFill>
              </a:rPr>
              <a:t>that </a:t>
            </a:r>
            <a:endParaRPr lang="en-US" sz="2800" dirty="0" smtClean="0">
              <a:solidFill>
                <a:schemeClr val="tx1"/>
              </a:solidFill>
            </a:endParaRPr>
          </a:p>
          <a:p>
            <a:pPr algn="l"/>
            <a:r>
              <a:rPr lang="en-US" sz="2800" dirty="0" smtClean="0">
                <a:solidFill>
                  <a:schemeClr val="tx1"/>
                </a:solidFill>
              </a:rPr>
              <a:t>society </a:t>
            </a:r>
            <a:r>
              <a:rPr lang="en-US" sz="2800" dirty="0">
                <a:solidFill>
                  <a:schemeClr val="tx1"/>
                </a:solidFill>
              </a:rPr>
              <a:t>runs smoothly.</a:t>
            </a:r>
          </a:p>
          <a:p>
            <a:pPr marL="457200" indent="-457200" algn="l">
              <a:buFont typeface="Arial" pitchFamily="34" charset="0"/>
              <a:buChar char="•"/>
            </a:pPr>
            <a:endParaRPr lang="en-US" sz="2800" dirty="0">
              <a:solidFill>
                <a:schemeClr val="tx1"/>
              </a:solidFill>
            </a:endParaRPr>
          </a:p>
        </p:txBody>
      </p:sp>
      <p:sp>
        <p:nvSpPr>
          <p:cNvPr id="7" name="Footer Placeholder 6"/>
          <p:cNvSpPr>
            <a:spLocks noGrp="1"/>
          </p:cNvSpPr>
          <p:nvPr>
            <p:ph type="ftr" sz="quarter" idx="11"/>
          </p:nvPr>
        </p:nvSpPr>
        <p:spPr>
          <a:xfrm>
            <a:off x="34636" y="6626945"/>
            <a:ext cx="8118764" cy="249385"/>
          </a:xfrm>
        </p:spPr>
        <p:txBody>
          <a:bodyPr/>
          <a:lstStyle/>
          <a:p>
            <a:pPr algn="l"/>
            <a:r>
              <a:rPr lang="en-US" sz="800" b="1" dirty="0" smtClean="0">
                <a:solidFill>
                  <a:schemeClr val="bg1"/>
                </a:solidFill>
              </a:rPr>
              <a:t>© 2013 Cengage Learning. All Rights Reserved. </a:t>
            </a:r>
            <a:endParaRPr lang="en-US" sz="800" b="1" dirty="0">
              <a:solidFill>
                <a:schemeClr val="bg1"/>
              </a:solidFill>
            </a:endParaRPr>
          </a:p>
        </p:txBody>
      </p:sp>
      <p:sp>
        <p:nvSpPr>
          <p:cNvPr id="8" name="Slide Number Placeholder 7"/>
          <p:cNvSpPr>
            <a:spLocks noGrp="1"/>
          </p:cNvSpPr>
          <p:nvPr>
            <p:ph type="sldNum" sz="quarter" idx="12"/>
          </p:nvPr>
        </p:nvSpPr>
        <p:spPr>
          <a:xfrm>
            <a:off x="8534400" y="6638280"/>
            <a:ext cx="586906" cy="226714"/>
          </a:xfrm>
        </p:spPr>
        <p:txBody>
          <a:bodyPr/>
          <a:lstStyle/>
          <a:p>
            <a:fld id="{2A7F9223-B69B-4AA9-B6C4-9B69EF94F2BD}" type="slidenum">
              <a:rPr lang="en-US" sz="800" smtClean="0">
                <a:solidFill>
                  <a:schemeClr val="accent1"/>
                </a:solidFill>
              </a:rPr>
              <a:pPr/>
              <a:t>21</a:t>
            </a:fld>
            <a:endParaRPr lang="en-US" sz="800" dirty="0">
              <a:solidFill>
                <a:schemeClr val="accent1"/>
              </a:solidFill>
            </a:endParaRPr>
          </a:p>
        </p:txBody>
      </p:sp>
      <p:pic>
        <p:nvPicPr>
          <p:cNvPr id="11" name="Picture 2" descr="Image result for plat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05400" y="1828800"/>
            <a:ext cx="3157848" cy="39445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89251"/>
      </p:ext>
    </p:extLst>
  </p:cSld>
  <p:clrMapOvr>
    <a:masterClrMapping/>
  </p:clrMapOvr>
  <p:transition spd="slow">
    <p:fad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1066800" y="152400"/>
            <a:ext cx="7938052" cy="6477000"/>
          </a:xfrm>
          <a:prstGeom prst="rect">
            <a:avLst/>
          </a:prstGeom>
          <a:solidFill>
            <a:schemeClr val="bg1"/>
          </a:solidFill>
          <a:ln w="38100" cap="rnd">
            <a:noFill/>
            <a:round/>
          </a:ln>
          <a:effectLst>
            <a:outerShdw blurRad="88900" dist="889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400" y="152400"/>
            <a:ext cx="914400" cy="6477000"/>
          </a:xfrm>
          <a:prstGeom prst="rect">
            <a:avLst/>
          </a:prstGeom>
        </p:spPr>
      </p:pic>
      <p:sp>
        <p:nvSpPr>
          <p:cNvPr id="2" name="Title 1"/>
          <p:cNvSpPr>
            <a:spLocks noGrp="1"/>
          </p:cNvSpPr>
          <p:nvPr>
            <p:ph type="ctrTitle"/>
          </p:nvPr>
        </p:nvSpPr>
        <p:spPr>
          <a:xfrm>
            <a:off x="1295401" y="406401"/>
            <a:ext cx="7467600" cy="835502"/>
          </a:xfrm>
        </p:spPr>
        <p:txBody>
          <a:bodyPr>
            <a:normAutofit fontScale="90000"/>
          </a:bodyPr>
          <a:lstStyle/>
          <a:p>
            <a:pPr algn="l"/>
            <a:r>
              <a:rPr lang="en-US" sz="4000" dirty="0" smtClean="0">
                <a:solidFill>
                  <a:schemeClr val="accent3">
                    <a:lumMod val="50000"/>
                  </a:schemeClr>
                </a:solidFill>
                <a:effectLst>
                  <a:outerShdw blurRad="38100" dist="38100" dir="2700000" algn="tl">
                    <a:srgbClr val="000000">
                      <a:alpha val="43137"/>
                    </a:srgbClr>
                  </a:outerShdw>
                </a:effectLst>
                <a:latin typeface="Georgia" pitchFamily="18" charset="0"/>
              </a:rPr>
              <a:t>JUSTICE AS MERIT - ARISTOTLE</a:t>
            </a:r>
            <a:endParaRPr lang="en-US" sz="4000" dirty="0">
              <a:solidFill>
                <a:schemeClr val="accent3">
                  <a:lumMod val="50000"/>
                </a:schemeClr>
              </a:solidFill>
              <a:effectLst>
                <a:outerShdw blurRad="38100" dist="38100" dir="2700000" algn="tl">
                  <a:srgbClr val="000000">
                    <a:alpha val="43137"/>
                  </a:srgbClr>
                </a:outerShdw>
              </a:effectLst>
              <a:latin typeface="Georgia" pitchFamily="18" charset="0"/>
            </a:endParaRPr>
          </a:p>
        </p:txBody>
      </p:sp>
      <p:sp>
        <p:nvSpPr>
          <p:cNvPr id="3" name="Subtitle 2"/>
          <p:cNvSpPr>
            <a:spLocks noGrp="1"/>
          </p:cNvSpPr>
          <p:nvPr>
            <p:ph type="subTitle" idx="1"/>
          </p:nvPr>
        </p:nvSpPr>
        <p:spPr>
          <a:xfrm>
            <a:off x="1302026" y="1495904"/>
            <a:ext cx="7467600" cy="4430762"/>
          </a:xfrm>
        </p:spPr>
        <p:txBody>
          <a:bodyPr anchor="ctr">
            <a:normAutofit/>
          </a:bodyPr>
          <a:lstStyle/>
          <a:p>
            <a:pPr algn="l"/>
            <a:r>
              <a:rPr lang="en-US" sz="2800" b="1" u="sng" dirty="0">
                <a:solidFill>
                  <a:schemeClr val="tx1"/>
                </a:solidFill>
              </a:rPr>
              <a:t>Justice as Partiality</a:t>
            </a:r>
          </a:p>
          <a:p>
            <a:pPr algn="l"/>
            <a:r>
              <a:rPr lang="en-US" sz="2800" b="1" u="sng" dirty="0" smtClean="0">
                <a:solidFill>
                  <a:schemeClr val="tx1"/>
                </a:solidFill>
              </a:rPr>
              <a:t> </a:t>
            </a:r>
            <a:endParaRPr lang="en-US" sz="2800" b="1" u="sng" dirty="0">
              <a:solidFill>
                <a:schemeClr val="tx1"/>
              </a:solidFill>
            </a:endParaRPr>
          </a:p>
          <a:p>
            <a:pPr algn="l"/>
            <a:r>
              <a:rPr lang="en-US" sz="2800" dirty="0">
                <a:solidFill>
                  <a:schemeClr val="tx1"/>
                </a:solidFill>
              </a:rPr>
              <a:t>Abilities, social status </a:t>
            </a:r>
            <a:endParaRPr lang="en-US" sz="2800" dirty="0" smtClean="0">
              <a:solidFill>
                <a:schemeClr val="tx1"/>
              </a:solidFill>
            </a:endParaRPr>
          </a:p>
          <a:p>
            <a:pPr algn="l"/>
            <a:r>
              <a:rPr lang="en-US" sz="2800" dirty="0" smtClean="0">
                <a:solidFill>
                  <a:schemeClr val="tx1"/>
                </a:solidFill>
              </a:rPr>
              <a:t>and </a:t>
            </a:r>
            <a:r>
              <a:rPr lang="en-US" sz="2800" dirty="0">
                <a:solidFill>
                  <a:schemeClr val="tx1"/>
                </a:solidFill>
              </a:rPr>
              <a:t>achievements of </a:t>
            </a:r>
            <a:endParaRPr lang="en-US" sz="2800" dirty="0" smtClean="0">
              <a:solidFill>
                <a:schemeClr val="tx1"/>
              </a:solidFill>
            </a:endParaRPr>
          </a:p>
          <a:p>
            <a:pPr algn="l"/>
            <a:r>
              <a:rPr lang="en-US" sz="2800" dirty="0" smtClean="0">
                <a:solidFill>
                  <a:schemeClr val="tx1"/>
                </a:solidFill>
              </a:rPr>
              <a:t>People entitled </a:t>
            </a:r>
            <a:r>
              <a:rPr lang="en-US" sz="2800" dirty="0">
                <a:solidFill>
                  <a:schemeClr val="tx1"/>
                </a:solidFill>
              </a:rPr>
              <a:t>them </a:t>
            </a:r>
            <a:endParaRPr lang="en-US" sz="2800" dirty="0" smtClean="0">
              <a:solidFill>
                <a:schemeClr val="tx1"/>
              </a:solidFill>
            </a:endParaRPr>
          </a:p>
          <a:p>
            <a:pPr algn="l"/>
            <a:r>
              <a:rPr lang="en-US" sz="2800" dirty="0" smtClean="0">
                <a:solidFill>
                  <a:schemeClr val="tx1"/>
                </a:solidFill>
              </a:rPr>
              <a:t>to </a:t>
            </a:r>
            <a:r>
              <a:rPr lang="en-US" sz="2800" dirty="0">
                <a:solidFill>
                  <a:schemeClr val="tx1"/>
                </a:solidFill>
              </a:rPr>
              <a:t>different </a:t>
            </a:r>
            <a:r>
              <a:rPr lang="en-US" sz="2800" dirty="0" smtClean="0">
                <a:solidFill>
                  <a:schemeClr val="tx1"/>
                </a:solidFill>
              </a:rPr>
              <a:t>treatment</a:t>
            </a:r>
          </a:p>
          <a:p>
            <a:pPr algn="l"/>
            <a:r>
              <a:rPr lang="en-US" sz="2800" dirty="0" smtClean="0">
                <a:solidFill>
                  <a:schemeClr val="tx1"/>
                </a:solidFill>
              </a:rPr>
              <a:t>and different positions </a:t>
            </a:r>
          </a:p>
          <a:p>
            <a:pPr algn="l"/>
            <a:r>
              <a:rPr lang="en-US" sz="2800" dirty="0" smtClean="0">
                <a:solidFill>
                  <a:schemeClr val="tx1"/>
                </a:solidFill>
              </a:rPr>
              <a:t>in </a:t>
            </a:r>
            <a:r>
              <a:rPr lang="en-US" sz="2800" dirty="0">
                <a:solidFill>
                  <a:schemeClr val="tx1"/>
                </a:solidFill>
              </a:rPr>
              <a:t>society. </a:t>
            </a:r>
          </a:p>
          <a:p>
            <a:pPr marL="457200" indent="-457200" algn="l">
              <a:buFont typeface="Arial" pitchFamily="34" charset="0"/>
              <a:buChar char="•"/>
            </a:pPr>
            <a:endParaRPr lang="en-US" sz="2800" dirty="0">
              <a:solidFill>
                <a:schemeClr val="tx1"/>
              </a:solidFill>
            </a:endParaRPr>
          </a:p>
        </p:txBody>
      </p:sp>
      <p:sp>
        <p:nvSpPr>
          <p:cNvPr id="7" name="Footer Placeholder 6"/>
          <p:cNvSpPr>
            <a:spLocks noGrp="1"/>
          </p:cNvSpPr>
          <p:nvPr>
            <p:ph type="ftr" sz="quarter" idx="11"/>
          </p:nvPr>
        </p:nvSpPr>
        <p:spPr>
          <a:xfrm>
            <a:off x="34636" y="6626945"/>
            <a:ext cx="8118764" cy="249385"/>
          </a:xfrm>
        </p:spPr>
        <p:txBody>
          <a:bodyPr/>
          <a:lstStyle/>
          <a:p>
            <a:pPr algn="l"/>
            <a:r>
              <a:rPr lang="en-US" sz="800" b="1" dirty="0" smtClean="0">
                <a:solidFill>
                  <a:schemeClr val="bg1"/>
                </a:solidFill>
              </a:rPr>
              <a:t>© 2013 Cengage Learning. All Rights Reserved. </a:t>
            </a:r>
            <a:endParaRPr lang="en-US" sz="800" b="1" dirty="0">
              <a:solidFill>
                <a:schemeClr val="bg1"/>
              </a:solidFill>
            </a:endParaRPr>
          </a:p>
        </p:txBody>
      </p:sp>
      <p:sp>
        <p:nvSpPr>
          <p:cNvPr id="8" name="Slide Number Placeholder 7"/>
          <p:cNvSpPr>
            <a:spLocks noGrp="1"/>
          </p:cNvSpPr>
          <p:nvPr>
            <p:ph type="sldNum" sz="quarter" idx="12"/>
          </p:nvPr>
        </p:nvSpPr>
        <p:spPr>
          <a:xfrm>
            <a:off x="8534400" y="6638280"/>
            <a:ext cx="586906" cy="226714"/>
          </a:xfrm>
        </p:spPr>
        <p:txBody>
          <a:bodyPr/>
          <a:lstStyle/>
          <a:p>
            <a:fld id="{2A7F9223-B69B-4AA9-B6C4-9B69EF94F2BD}" type="slidenum">
              <a:rPr lang="en-US" sz="800" smtClean="0">
                <a:solidFill>
                  <a:schemeClr val="accent1"/>
                </a:solidFill>
              </a:rPr>
              <a:pPr/>
              <a:t>22</a:t>
            </a:fld>
            <a:endParaRPr lang="en-US" sz="800" dirty="0">
              <a:solidFill>
                <a:schemeClr val="accent1"/>
              </a:solidFill>
            </a:endParaRPr>
          </a:p>
        </p:txBody>
      </p:sp>
      <p:pic>
        <p:nvPicPr>
          <p:cNvPr id="12" name="Picture 11"/>
          <p:cNvPicPr>
            <a:picLocks noChangeAspect="1"/>
          </p:cNvPicPr>
          <p:nvPr/>
        </p:nvPicPr>
        <p:blipFill>
          <a:blip r:embed="rId4"/>
          <a:stretch>
            <a:fillRect/>
          </a:stretch>
        </p:blipFill>
        <p:spPr>
          <a:xfrm>
            <a:off x="4953000" y="1905000"/>
            <a:ext cx="3303711" cy="4008547"/>
          </a:xfrm>
          <a:prstGeom prst="rect">
            <a:avLst/>
          </a:prstGeom>
        </p:spPr>
      </p:pic>
    </p:spTree>
    <p:extLst>
      <p:ext uri="{BB962C8B-B14F-4D97-AF65-F5344CB8AC3E}">
        <p14:creationId xmlns:p14="http://schemas.microsoft.com/office/powerpoint/2010/main" val="269890879"/>
      </p:ext>
    </p:extLst>
  </p:cSld>
  <p:clrMapOvr>
    <a:masterClrMapping/>
  </p:clrMapOvr>
  <p:transition spd="slow">
    <p:fad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1066800" y="152400"/>
            <a:ext cx="7938052" cy="6477000"/>
          </a:xfrm>
          <a:prstGeom prst="rect">
            <a:avLst/>
          </a:prstGeom>
          <a:solidFill>
            <a:schemeClr val="bg1"/>
          </a:solidFill>
          <a:ln w="38100" cap="rnd">
            <a:noFill/>
            <a:round/>
          </a:ln>
          <a:effectLst>
            <a:outerShdw blurRad="88900" dist="889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400" y="152400"/>
            <a:ext cx="914400" cy="6477000"/>
          </a:xfrm>
          <a:prstGeom prst="rect">
            <a:avLst/>
          </a:prstGeom>
        </p:spPr>
      </p:pic>
      <p:sp>
        <p:nvSpPr>
          <p:cNvPr id="2" name="Title 1"/>
          <p:cNvSpPr>
            <a:spLocks noGrp="1"/>
          </p:cNvSpPr>
          <p:nvPr>
            <p:ph type="ctrTitle"/>
          </p:nvPr>
        </p:nvSpPr>
        <p:spPr>
          <a:xfrm>
            <a:off x="1295401" y="406401"/>
            <a:ext cx="7467600" cy="835502"/>
          </a:xfrm>
        </p:spPr>
        <p:txBody>
          <a:bodyPr>
            <a:normAutofit/>
          </a:bodyPr>
          <a:lstStyle/>
          <a:p>
            <a:pPr algn="l"/>
            <a:r>
              <a:rPr lang="en-US" sz="4000" dirty="0" smtClean="0">
                <a:solidFill>
                  <a:schemeClr val="accent3">
                    <a:lumMod val="50000"/>
                  </a:schemeClr>
                </a:solidFill>
                <a:effectLst>
                  <a:outerShdw blurRad="38100" dist="38100" dir="2700000" algn="tl">
                    <a:srgbClr val="000000">
                      <a:alpha val="43137"/>
                    </a:srgbClr>
                  </a:outerShdw>
                </a:effectLst>
                <a:latin typeface="Georgia" pitchFamily="18" charset="0"/>
              </a:rPr>
              <a:t>Activity:</a:t>
            </a:r>
            <a:endParaRPr lang="en-US" sz="4000" dirty="0">
              <a:solidFill>
                <a:schemeClr val="accent3">
                  <a:lumMod val="50000"/>
                </a:schemeClr>
              </a:solidFill>
              <a:effectLst>
                <a:outerShdw blurRad="38100" dist="38100" dir="2700000" algn="tl">
                  <a:srgbClr val="000000">
                    <a:alpha val="43137"/>
                  </a:srgbClr>
                </a:outerShdw>
              </a:effectLst>
              <a:latin typeface="Georgia" pitchFamily="18" charset="0"/>
            </a:endParaRPr>
          </a:p>
        </p:txBody>
      </p:sp>
      <p:sp>
        <p:nvSpPr>
          <p:cNvPr id="3" name="Subtitle 2"/>
          <p:cNvSpPr>
            <a:spLocks noGrp="1"/>
          </p:cNvSpPr>
          <p:nvPr>
            <p:ph type="subTitle" idx="1"/>
          </p:nvPr>
        </p:nvSpPr>
        <p:spPr>
          <a:xfrm>
            <a:off x="1302026" y="1495904"/>
            <a:ext cx="7467600" cy="4430762"/>
          </a:xfrm>
        </p:spPr>
        <p:txBody>
          <a:bodyPr anchor="ctr">
            <a:noAutofit/>
          </a:bodyPr>
          <a:lstStyle/>
          <a:p>
            <a:r>
              <a:rPr lang="en-US" sz="2800" b="1" dirty="0">
                <a:solidFill>
                  <a:schemeClr val="tx1"/>
                </a:solidFill>
              </a:rPr>
              <a:t>Think of a time when you've taken unfair advantage of a person or a situation, or when someone has taken unfair advantage of you. </a:t>
            </a:r>
            <a:endParaRPr lang="en-US" sz="2800" dirty="0">
              <a:solidFill>
                <a:schemeClr val="tx1"/>
              </a:solidFill>
            </a:endParaRPr>
          </a:p>
          <a:p>
            <a:pPr marL="457200" indent="-457200" algn="l">
              <a:buFont typeface="Arial" pitchFamily="34" charset="0"/>
              <a:buChar char="•"/>
            </a:pPr>
            <a:r>
              <a:rPr lang="en-US" sz="2800" dirty="0">
                <a:solidFill>
                  <a:schemeClr val="tx1"/>
                </a:solidFill>
              </a:rPr>
              <a:t>Describe it. What was unfair about it? </a:t>
            </a:r>
          </a:p>
          <a:p>
            <a:pPr marL="457200" indent="-457200" algn="l">
              <a:buFont typeface="Arial" pitchFamily="34" charset="0"/>
              <a:buChar char="•"/>
            </a:pPr>
            <a:r>
              <a:rPr lang="en-US" sz="2800" dirty="0">
                <a:solidFill>
                  <a:schemeClr val="tx1"/>
                </a:solidFill>
              </a:rPr>
              <a:t>How did it make you feel? </a:t>
            </a:r>
          </a:p>
          <a:p>
            <a:pPr marL="457200" indent="-457200" algn="l">
              <a:buFont typeface="Arial" pitchFamily="34" charset="0"/>
              <a:buChar char="•"/>
            </a:pPr>
            <a:r>
              <a:rPr lang="en-US" sz="2800" dirty="0">
                <a:solidFill>
                  <a:schemeClr val="tx1"/>
                </a:solidFill>
              </a:rPr>
              <a:t>What did you learn from the experience</a:t>
            </a:r>
            <a:r>
              <a:rPr lang="en-US" sz="2800" dirty="0" smtClean="0">
                <a:solidFill>
                  <a:schemeClr val="tx1"/>
                </a:solidFill>
              </a:rPr>
              <a:t>?</a:t>
            </a:r>
            <a:endParaRPr lang="en-US" sz="2800" dirty="0">
              <a:solidFill>
                <a:schemeClr val="tx1"/>
              </a:solidFill>
            </a:endParaRPr>
          </a:p>
          <a:p>
            <a:pPr marL="457200" indent="-457200" algn="l">
              <a:buFont typeface="Arial" pitchFamily="34" charset="0"/>
              <a:buChar char="•"/>
            </a:pPr>
            <a:r>
              <a:rPr lang="en-US" sz="2800" dirty="0">
                <a:solidFill>
                  <a:schemeClr val="tx1"/>
                </a:solidFill>
              </a:rPr>
              <a:t>How should you treat people who are not fair with you?</a:t>
            </a:r>
          </a:p>
        </p:txBody>
      </p:sp>
      <p:sp>
        <p:nvSpPr>
          <p:cNvPr id="7" name="Footer Placeholder 6"/>
          <p:cNvSpPr>
            <a:spLocks noGrp="1"/>
          </p:cNvSpPr>
          <p:nvPr>
            <p:ph type="ftr" sz="quarter" idx="11"/>
          </p:nvPr>
        </p:nvSpPr>
        <p:spPr>
          <a:xfrm>
            <a:off x="34636" y="6626945"/>
            <a:ext cx="8118764" cy="249385"/>
          </a:xfrm>
        </p:spPr>
        <p:txBody>
          <a:bodyPr/>
          <a:lstStyle/>
          <a:p>
            <a:pPr algn="l"/>
            <a:r>
              <a:rPr lang="en-US" sz="800" b="1" dirty="0" smtClean="0">
                <a:solidFill>
                  <a:schemeClr val="bg1"/>
                </a:solidFill>
              </a:rPr>
              <a:t>© 2013 Cengage Learning. All Rights Reserved. </a:t>
            </a:r>
            <a:endParaRPr lang="en-US" sz="800" b="1" dirty="0">
              <a:solidFill>
                <a:schemeClr val="bg1"/>
              </a:solidFill>
            </a:endParaRPr>
          </a:p>
        </p:txBody>
      </p:sp>
      <p:sp>
        <p:nvSpPr>
          <p:cNvPr id="8" name="Slide Number Placeholder 7"/>
          <p:cNvSpPr>
            <a:spLocks noGrp="1"/>
          </p:cNvSpPr>
          <p:nvPr>
            <p:ph type="sldNum" sz="quarter" idx="12"/>
          </p:nvPr>
        </p:nvSpPr>
        <p:spPr>
          <a:xfrm>
            <a:off x="8534400" y="6638280"/>
            <a:ext cx="586906" cy="226714"/>
          </a:xfrm>
        </p:spPr>
        <p:txBody>
          <a:bodyPr/>
          <a:lstStyle/>
          <a:p>
            <a:fld id="{2A7F9223-B69B-4AA9-B6C4-9B69EF94F2BD}" type="slidenum">
              <a:rPr lang="en-US" sz="800" smtClean="0">
                <a:solidFill>
                  <a:schemeClr val="accent1"/>
                </a:solidFill>
              </a:rPr>
              <a:pPr/>
              <a:t>23</a:t>
            </a:fld>
            <a:endParaRPr lang="en-US" sz="800" dirty="0">
              <a:solidFill>
                <a:schemeClr val="accent1"/>
              </a:solidFill>
            </a:endParaRPr>
          </a:p>
        </p:txBody>
      </p:sp>
      <p:cxnSp>
        <p:nvCxnSpPr>
          <p:cNvPr id="5" name="Straight Connector 4"/>
          <p:cNvCxnSpPr/>
          <p:nvPr/>
        </p:nvCxnSpPr>
        <p:spPr>
          <a:xfrm>
            <a:off x="2254526" y="3116893"/>
            <a:ext cx="5562600" cy="0"/>
          </a:xfrm>
          <a:prstGeom prst="line">
            <a:avLst/>
          </a:prstGeom>
          <a:ln w="19050" cmpd="sng">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010640"/>
      </p:ext>
    </p:extLst>
  </p:cSld>
  <p:clrMapOvr>
    <a:masterClrMapping/>
  </p:clrMapOvr>
  <p:transition spd="slow">
    <p:fad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1066800" y="152400"/>
            <a:ext cx="7938052" cy="6477000"/>
          </a:xfrm>
          <a:prstGeom prst="rect">
            <a:avLst/>
          </a:prstGeom>
          <a:solidFill>
            <a:schemeClr val="bg1"/>
          </a:solidFill>
          <a:ln w="38100" cap="rnd">
            <a:noFill/>
            <a:round/>
          </a:ln>
          <a:effectLst>
            <a:outerShdw blurRad="88900" dist="889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400" y="152400"/>
            <a:ext cx="914400" cy="6477000"/>
          </a:xfrm>
          <a:prstGeom prst="rect">
            <a:avLst/>
          </a:prstGeom>
        </p:spPr>
      </p:pic>
      <p:sp>
        <p:nvSpPr>
          <p:cNvPr id="2" name="Title 1"/>
          <p:cNvSpPr>
            <a:spLocks noGrp="1"/>
          </p:cNvSpPr>
          <p:nvPr>
            <p:ph type="ctrTitle"/>
          </p:nvPr>
        </p:nvSpPr>
        <p:spPr>
          <a:xfrm>
            <a:off x="1295401" y="406401"/>
            <a:ext cx="7467600" cy="835502"/>
          </a:xfrm>
        </p:spPr>
        <p:txBody>
          <a:bodyPr>
            <a:normAutofit/>
          </a:bodyPr>
          <a:lstStyle/>
          <a:p>
            <a:pPr algn="l"/>
            <a:r>
              <a:rPr lang="en-US" sz="4000" dirty="0">
                <a:solidFill>
                  <a:schemeClr val="accent3">
                    <a:lumMod val="50000"/>
                  </a:schemeClr>
                </a:solidFill>
                <a:effectLst>
                  <a:outerShdw blurRad="38100" dist="38100" dir="2700000" algn="tl">
                    <a:srgbClr val="000000">
                      <a:alpha val="43137"/>
                    </a:srgbClr>
                  </a:outerShdw>
                </a:effectLst>
                <a:latin typeface="Georgia" pitchFamily="18" charset="0"/>
              </a:rPr>
              <a:t>JUSTICE AS EQUALITY </a:t>
            </a:r>
          </a:p>
        </p:txBody>
      </p:sp>
      <p:sp>
        <p:nvSpPr>
          <p:cNvPr id="3" name="Subtitle 2"/>
          <p:cNvSpPr>
            <a:spLocks noGrp="1"/>
          </p:cNvSpPr>
          <p:nvPr>
            <p:ph type="subTitle" idx="1"/>
          </p:nvPr>
        </p:nvSpPr>
        <p:spPr>
          <a:xfrm>
            <a:off x="1302026" y="1495904"/>
            <a:ext cx="7467600" cy="4430762"/>
          </a:xfrm>
        </p:spPr>
        <p:txBody>
          <a:bodyPr anchor="ctr">
            <a:normAutofit/>
          </a:bodyPr>
          <a:lstStyle/>
          <a:p>
            <a:pPr marL="457200" indent="-457200" algn="l">
              <a:lnSpc>
                <a:spcPct val="80000"/>
              </a:lnSpc>
              <a:buFont typeface="Arial" pitchFamily="34" charset="0"/>
              <a:buChar char="•"/>
            </a:pPr>
            <a:r>
              <a:rPr lang="en-US" sz="2800" dirty="0">
                <a:solidFill>
                  <a:schemeClr val="tx1"/>
                </a:solidFill>
              </a:rPr>
              <a:t>All men are created equal.</a:t>
            </a:r>
          </a:p>
          <a:p>
            <a:pPr marL="457200" indent="-457200" algn="l">
              <a:lnSpc>
                <a:spcPct val="80000"/>
              </a:lnSpc>
              <a:buFont typeface="Arial" pitchFamily="34" charset="0"/>
              <a:buChar char="•"/>
            </a:pPr>
            <a:endParaRPr lang="en-US" sz="2800" dirty="0">
              <a:solidFill>
                <a:schemeClr val="tx1"/>
              </a:solidFill>
            </a:endParaRPr>
          </a:p>
          <a:p>
            <a:pPr marL="457200" indent="-457200" algn="l">
              <a:lnSpc>
                <a:spcPct val="80000"/>
              </a:lnSpc>
              <a:buFont typeface="Arial" pitchFamily="34" charset="0"/>
              <a:buChar char="•"/>
            </a:pPr>
            <a:r>
              <a:rPr lang="en-US" sz="2800" dirty="0">
                <a:solidFill>
                  <a:schemeClr val="tx1"/>
                </a:solidFill>
              </a:rPr>
              <a:t>In a just society, every person will be </a:t>
            </a:r>
            <a:r>
              <a:rPr lang="en-US" sz="2800" dirty="0" smtClean="0">
                <a:solidFill>
                  <a:schemeClr val="tx1"/>
                </a:solidFill>
              </a:rPr>
              <a:t>given </a:t>
            </a:r>
            <a:r>
              <a:rPr lang="en-US" sz="2800" dirty="0">
                <a:solidFill>
                  <a:schemeClr val="tx1"/>
                </a:solidFill>
              </a:rPr>
              <a:t>exactly equal shares of the </a:t>
            </a:r>
            <a:r>
              <a:rPr lang="en-US" sz="2800" dirty="0" smtClean="0">
                <a:solidFill>
                  <a:schemeClr val="tx1"/>
                </a:solidFill>
              </a:rPr>
              <a:t>society’s burdens </a:t>
            </a:r>
            <a:r>
              <a:rPr lang="en-US" sz="2800" dirty="0">
                <a:solidFill>
                  <a:schemeClr val="tx1"/>
                </a:solidFill>
              </a:rPr>
              <a:t>and benefits. </a:t>
            </a:r>
          </a:p>
          <a:p>
            <a:endParaRPr lang="en-US" sz="3300" dirty="0">
              <a:solidFill>
                <a:schemeClr val="tx1"/>
              </a:solidFill>
            </a:endParaRPr>
          </a:p>
        </p:txBody>
      </p:sp>
      <p:sp>
        <p:nvSpPr>
          <p:cNvPr id="7" name="Footer Placeholder 6"/>
          <p:cNvSpPr>
            <a:spLocks noGrp="1"/>
          </p:cNvSpPr>
          <p:nvPr>
            <p:ph type="ftr" sz="quarter" idx="11"/>
          </p:nvPr>
        </p:nvSpPr>
        <p:spPr>
          <a:xfrm>
            <a:off x="34636" y="6626945"/>
            <a:ext cx="8118764" cy="249385"/>
          </a:xfrm>
        </p:spPr>
        <p:txBody>
          <a:bodyPr/>
          <a:lstStyle/>
          <a:p>
            <a:pPr algn="l"/>
            <a:r>
              <a:rPr lang="en-US" sz="800" b="1" dirty="0" smtClean="0">
                <a:solidFill>
                  <a:schemeClr val="bg1"/>
                </a:solidFill>
              </a:rPr>
              <a:t>© 2013 Cengage Learning. All Rights Reserved. </a:t>
            </a:r>
            <a:endParaRPr lang="en-US" sz="800" b="1" dirty="0">
              <a:solidFill>
                <a:schemeClr val="bg1"/>
              </a:solidFill>
            </a:endParaRPr>
          </a:p>
        </p:txBody>
      </p:sp>
      <p:sp>
        <p:nvSpPr>
          <p:cNvPr id="8" name="Slide Number Placeholder 7"/>
          <p:cNvSpPr>
            <a:spLocks noGrp="1"/>
          </p:cNvSpPr>
          <p:nvPr>
            <p:ph type="sldNum" sz="quarter" idx="12"/>
          </p:nvPr>
        </p:nvSpPr>
        <p:spPr>
          <a:xfrm>
            <a:off x="8534400" y="6638280"/>
            <a:ext cx="586906" cy="226714"/>
          </a:xfrm>
        </p:spPr>
        <p:txBody>
          <a:bodyPr/>
          <a:lstStyle/>
          <a:p>
            <a:fld id="{2A7F9223-B69B-4AA9-B6C4-9B69EF94F2BD}" type="slidenum">
              <a:rPr lang="en-US" sz="800" smtClean="0">
                <a:solidFill>
                  <a:schemeClr val="accent1"/>
                </a:solidFill>
              </a:rPr>
              <a:pPr/>
              <a:t>24</a:t>
            </a:fld>
            <a:endParaRPr lang="en-US" sz="800" dirty="0">
              <a:solidFill>
                <a:schemeClr val="accent1"/>
              </a:solidFill>
            </a:endParaRPr>
          </a:p>
        </p:txBody>
      </p:sp>
    </p:spTree>
    <p:extLst>
      <p:ext uri="{BB962C8B-B14F-4D97-AF65-F5344CB8AC3E}">
        <p14:creationId xmlns:p14="http://schemas.microsoft.com/office/powerpoint/2010/main" val="2921124510"/>
      </p:ext>
    </p:extLst>
  </p:cSld>
  <p:clrMapOvr>
    <a:masterClrMapping/>
  </p:clrMapOvr>
  <p:transition spd="slow">
    <p:fad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1066800" y="152400"/>
            <a:ext cx="7938052" cy="6477000"/>
          </a:xfrm>
          <a:prstGeom prst="rect">
            <a:avLst/>
          </a:prstGeom>
          <a:solidFill>
            <a:schemeClr val="bg1"/>
          </a:solidFill>
          <a:ln w="38100" cap="rnd">
            <a:noFill/>
            <a:round/>
          </a:ln>
          <a:effectLst>
            <a:outerShdw blurRad="88900" dist="889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400" y="152400"/>
            <a:ext cx="914400" cy="6477000"/>
          </a:xfrm>
          <a:prstGeom prst="rect">
            <a:avLst/>
          </a:prstGeom>
        </p:spPr>
      </p:pic>
      <p:sp>
        <p:nvSpPr>
          <p:cNvPr id="3" name="Subtitle 2"/>
          <p:cNvSpPr>
            <a:spLocks noGrp="1"/>
          </p:cNvSpPr>
          <p:nvPr>
            <p:ph type="subTitle" idx="1"/>
          </p:nvPr>
        </p:nvSpPr>
        <p:spPr>
          <a:xfrm>
            <a:off x="1209585" y="990600"/>
            <a:ext cx="7467600" cy="5088466"/>
          </a:xfrm>
        </p:spPr>
        <p:txBody>
          <a:bodyPr anchor="ctr">
            <a:normAutofit/>
          </a:bodyPr>
          <a:lstStyle/>
          <a:p>
            <a:r>
              <a:rPr lang="en-US" sz="3600" dirty="0">
                <a:solidFill>
                  <a:schemeClr val="accent3">
                    <a:lumMod val="50000"/>
                  </a:schemeClr>
                </a:solidFill>
                <a:effectLst>
                  <a:outerShdw blurRad="38100" dist="38100" dir="2700000" algn="tl">
                    <a:srgbClr val="000000">
                      <a:alpha val="43137"/>
                    </a:srgbClr>
                  </a:outerShdw>
                </a:effectLst>
                <a:latin typeface="Georgia" pitchFamily="18" charset="0"/>
                <a:ea typeface="+mj-ea"/>
                <a:cs typeface="+mj-cs"/>
              </a:rPr>
              <a:t>ARE JUSTICE AND EQUALITY SAME?</a:t>
            </a:r>
          </a:p>
          <a:p>
            <a:pPr algn="l"/>
            <a:endParaRPr lang="en-US" sz="2800" dirty="0" smtClean="0"/>
          </a:p>
          <a:p>
            <a:pPr algn="l"/>
            <a:endParaRPr lang="en-US" sz="2800" dirty="0">
              <a:solidFill>
                <a:schemeClr val="tx1"/>
              </a:solidFill>
            </a:endParaRPr>
          </a:p>
          <a:p>
            <a:pPr algn="l"/>
            <a:endParaRPr lang="en-US" sz="2800" dirty="0" smtClean="0">
              <a:solidFill>
                <a:schemeClr val="tx1"/>
              </a:solidFill>
            </a:endParaRPr>
          </a:p>
          <a:p>
            <a:pPr algn="l"/>
            <a:endParaRPr lang="en-US" sz="2800" dirty="0">
              <a:solidFill>
                <a:schemeClr val="tx1"/>
              </a:solidFill>
            </a:endParaRPr>
          </a:p>
          <a:p>
            <a:pPr algn="l"/>
            <a:endParaRPr lang="en-US" sz="2800" dirty="0" smtClean="0">
              <a:solidFill>
                <a:schemeClr val="tx1"/>
              </a:solidFill>
            </a:endParaRPr>
          </a:p>
          <a:p>
            <a:pPr algn="l"/>
            <a:endParaRPr lang="en-US" sz="2800" dirty="0">
              <a:solidFill>
                <a:schemeClr val="tx1"/>
              </a:solidFill>
            </a:endParaRPr>
          </a:p>
          <a:p>
            <a:pPr algn="l"/>
            <a:endParaRPr lang="en-US" sz="2800" dirty="0" smtClean="0">
              <a:solidFill>
                <a:schemeClr val="tx1"/>
              </a:solidFill>
            </a:endParaRPr>
          </a:p>
          <a:p>
            <a:pPr algn="l"/>
            <a:endParaRPr lang="en-US" sz="2800" dirty="0">
              <a:solidFill>
                <a:schemeClr val="tx1"/>
              </a:solidFill>
            </a:endParaRPr>
          </a:p>
          <a:p>
            <a:pPr algn="l"/>
            <a:endParaRPr lang="en-US" sz="2800" dirty="0" smtClean="0">
              <a:solidFill>
                <a:schemeClr val="tx1"/>
              </a:solidFill>
            </a:endParaRPr>
          </a:p>
        </p:txBody>
      </p:sp>
      <p:sp>
        <p:nvSpPr>
          <p:cNvPr id="7" name="Footer Placeholder 6"/>
          <p:cNvSpPr>
            <a:spLocks noGrp="1"/>
          </p:cNvSpPr>
          <p:nvPr>
            <p:ph type="ftr" sz="quarter" idx="11"/>
          </p:nvPr>
        </p:nvSpPr>
        <p:spPr>
          <a:xfrm>
            <a:off x="34636" y="6626945"/>
            <a:ext cx="8118764" cy="249385"/>
          </a:xfrm>
        </p:spPr>
        <p:txBody>
          <a:bodyPr/>
          <a:lstStyle/>
          <a:p>
            <a:pPr algn="l"/>
            <a:r>
              <a:rPr lang="en-US" sz="800" b="1" dirty="0" smtClean="0">
                <a:solidFill>
                  <a:schemeClr val="bg1"/>
                </a:solidFill>
              </a:rPr>
              <a:t>© 2013 Cengage Learning. All Rights Reserved. </a:t>
            </a:r>
            <a:endParaRPr lang="en-US" sz="800" b="1" dirty="0">
              <a:solidFill>
                <a:schemeClr val="bg1"/>
              </a:solidFill>
            </a:endParaRPr>
          </a:p>
        </p:txBody>
      </p:sp>
      <p:sp>
        <p:nvSpPr>
          <p:cNvPr id="8" name="Slide Number Placeholder 7"/>
          <p:cNvSpPr>
            <a:spLocks noGrp="1"/>
          </p:cNvSpPr>
          <p:nvPr>
            <p:ph type="sldNum" sz="quarter" idx="12"/>
          </p:nvPr>
        </p:nvSpPr>
        <p:spPr>
          <a:xfrm>
            <a:off x="8534400" y="6638280"/>
            <a:ext cx="586906" cy="226714"/>
          </a:xfrm>
        </p:spPr>
        <p:txBody>
          <a:bodyPr/>
          <a:lstStyle/>
          <a:p>
            <a:fld id="{2A7F9223-B69B-4AA9-B6C4-9B69EF94F2BD}" type="slidenum">
              <a:rPr lang="en-US" sz="800" smtClean="0">
                <a:solidFill>
                  <a:schemeClr val="accent1"/>
                </a:solidFill>
              </a:rPr>
              <a:pPr/>
              <a:t>25</a:t>
            </a:fld>
            <a:endParaRPr lang="en-US" sz="800" dirty="0">
              <a:solidFill>
                <a:schemeClr val="accent1"/>
              </a:solidFill>
            </a:endParaRPr>
          </a:p>
        </p:txBody>
      </p:sp>
      <p:pic>
        <p:nvPicPr>
          <p:cNvPr id="12" name="Picture 2" descr="Related image"/>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336800" y="2133600"/>
            <a:ext cx="5511800" cy="4133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9087092"/>
      </p:ext>
    </p:extLst>
  </p:cSld>
  <p:clrMapOvr>
    <a:masterClrMapping/>
  </p:clrMapOvr>
  <p:transition spd="slow">
    <p:fad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1066800" y="152400"/>
            <a:ext cx="7938052" cy="6477000"/>
          </a:xfrm>
          <a:prstGeom prst="rect">
            <a:avLst/>
          </a:prstGeom>
          <a:solidFill>
            <a:schemeClr val="bg1"/>
          </a:solidFill>
          <a:ln w="38100" cap="rnd">
            <a:noFill/>
            <a:round/>
          </a:ln>
          <a:effectLst>
            <a:outerShdw blurRad="88900" dist="889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400" y="152400"/>
            <a:ext cx="914400" cy="6477000"/>
          </a:xfrm>
          <a:prstGeom prst="rect">
            <a:avLst/>
          </a:prstGeom>
        </p:spPr>
      </p:pic>
      <p:sp>
        <p:nvSpPr>
          <p:cNvPr id="2" name="Title 1"/>
          <p:cNvSpPr>
            <a:spLocks noGrp="1"/>
          </p:cNvSpPr>
          <p:nvPr>
            <p:ph type="ctrTitle"/>
          </p:nvPr>
        </p:nvSpPr>
        <p:spPr>
          <a:xfrm>
            <a:off x="1295401" y="406401"/>
            <a:ext cx="7467600" cy="835502"/>
          </a:xfrm>
        </p:spPr>
        <p:txBody>
          <a:bodyPr>
            <a:normAutofit/>
          </a:bodyPr>
          <a:lstStyle/>
          <a:p>
            <a:pPr algn="l"/>
            <a:r>
              <a:rPr lang="en-US" sz="4000" dirty="0" smtClean="0">
                <a:solidFill>
                  <a:schemeClr val="accent3">
                    <a:lumMod val="50000"/>
                  </a:schemeClr>
                </a:solidFill>
                <a:effectLst>
                  <a:outerShdw blurRad="38100" dist="38100" dir="2700000" algn="tl">
                    <a:srgbClr val="000000">
                      <a:alpha val="43137"/>
                    </a:srgbClr>
                  </a:outerShdw>
                </a:effectLst>
                <a:latin typeface="Georgia" pitchFamily="18" charset="0"/>
              </a:rPr>
              <a:t>STRICT EGALITARIANISM </a:t>
            </a:r>
            <a:endParaRPr lang="en-US" sz="4000" dirty="0">
              <a:solidFill>
                <a:schemeClr val="accent3">
                  <a:lumMod val="50000"/>
                </a:schemeClr>
              </a:solidFill>
              <a:effectLst>
                <a:outerShdw blurRad="38100" dist="38100" dir="2700000" algn="tl">
                  <a:srgbClr val="000000">
                    <a:alpha val="43137"/>
                  </a:srgbClr>
                </a:outerShdw>
              </a:effectLst>
              <a:latin typeface="Georgia" pitchFamily="18" charset="0"/>
            </a:endParaRPr>
          </a:p>
        </p:txBody>
      </p:sp>
      <p:sp>
        <p:nvSpPr>
          <p:cNvPr id="3" name="Subtitle 2"/>
          <p:cNvSpPr>
            <a:spLocks noGrp="1"/>
          </p:cNvSpPr>
          <p:nvPr>
            <p:ph type="subTitle" idx="1"/>
          </p:nvPr>
        </p:nvSpPr>
        <p:spPr>
          <a:xfrm>
            <a:off x="1302026" y="1752600"/>
            <a:ext cx="7467600" cy="1638300"/>
          </a:xfrm>
        </p:spPr>
        <p:txBody>
          <a:bodyPr anchor="ctr">
            <a:noAutofit/>
          </a:bodyPr>
          <a:lstStyle/>
          <a:p>
            <a:pPr algn="l">
              <a:lnSpc>
                <a:spcPct val="80000"/>
              </a:lnSpc>
            </a:pPr>
            <a:r>
              <a:rPr lang="en-US" sz="2800" dirty="0" smtClean="0">
                <a:solidFill>
                  <a:schemeClr val="tx1"/>
                </a:solidFill>
              </a:rPr>
              <a:t>Everyone </a:t>
            </a:r>
            <a:r>
              <a:rPr lang="en-US" sz="2800" dirty="0">
                <a:solidFill>
                  <a:schemeClr val="tx1"/>
                </a:solidFill>
              </a:rPr>
              <a:t>who needs an organ should have </a:t>
            </a:r>
          </a:p>
          <a:p>
            <a:pPr algn="l">
              <a:lnSpc>
                <a:spcPct val="80000"/>
              </a:lnSpc>
            </a:pPr>
            <a:r>
              <a:rPr lang="en-US" sz="2800" dirty="0">
                <a:solidFill>
                  <a:schemeClr val="tx1"/>
                </a:solidFill>
              </a:rPr>
              <a:t>an equal chance of getting one. </a:t>
            </a:r>
          </a:p>
          <a:p>
            <a:pPr algn="l">
              <a:lnSpc>
                <a:spcPct val="80000"/>
              </a:lnSpc>
            </a:pPr>
            <a:r>
              <a:rPr lang="en-US" sz="2800" dirty="0">
                <a:solidFill>
                  <a:schemeClr val="tx1"/>
                </a:solidFill>
              </a:rPr>
              <a:t>Suppose that 2 people need the only heart </a:t>
            </a:r>
          </a:p>
          <a:p>
            <a:pPr algn="l">
              <a:lnSpc>
                <a:spcPct val="80000"/>
              </a:lnSpc>
            </a:pPr>
            <a:r>
              <a:rPr lang="en-US" sz="2800" dirty="0">
                <a:solidFill>
                  <a:schemeClr val="tx1"/>
                </a:solidFill>
              </a:rPr>
              <a:t>available</a:t>
            </a:r>
            <a:r>
              <a:rPr lang="en-US" sz="2800" dirty="0" smtClean="0">
                <a:solidFill>
                  <a:schemeClr val="tx1"/>
                </a:solidFill>
              </a:rPr>
              <a:t>.</a:t>
            </a:r>
            <a:endParaRPr lang="en-US" sz="2800" dirty="0">
              <a:solidFill>
                <a:schemeClr val="tx1"/>
              </a:solidFill>
            </a:endParaRPr>
          </a:p>
          <a:p>
            <a:pPr>
              <a:lnSpc>
                <a:spcPct val="80000"/>
              </a:lnSpc>
            </a:pPr>
            <a:r>
              <a:rPr lang="en-US" sz="2800" b="1" dirty="0" smtClean="0">
                <a:solidFill>
                  <a:schemeClr val="tx1"/>
                </a:solidFill>
              </a:rPr>
              <a:t>Who will you give the heart?</a:t>
            </a:r>
          </a:p>
        </p:txBody>
      </p:sp>
      <p:sp>
        <p:nvSpPr>
          <p:cNvPr id="7" name="Footer Placeholder 6"/>
          <p:cNvSpPr>
            <a:spLocks noGrp="1"/>
          </p:cNvSpPr>
          <p:nvPr>
            <p:ph type="ftr" sz="quarter" idx="11"/>
          </p:nvPr>
        </p:nvSpPr>
        <p:spPr>
          <a:xfrm>
            <a:off x="34636" y="6626945"/>
            <a:ext cx="8118764" cy="249385"/>
          </a:xfrm>
        </p:spPr>
        <p:txBody>
          <a:bodyPr/>
          <a:lstStyle/>
          <a:p>
            <a:pPr algn="l"/>
            <a:r>
              <a:rPr lang="en-US" sz="800" b="1" dirty="0" smtClean="0">
                <a:solidFill>
                  <a:schemeClr val="bg1"/>
                </a:solidFill>
              </a:rPr>
              <a:t>© 2013 Cengage Learning. All Rights Reserved. </a:t>
            </a:r>
            <a:endParaRPr lang="en-US" sz="800" b="1" dirty="0">
              <a:solidFill>
                <a:schemeClr val="bg1"/>
              </a:solidFill>
            </a:endParaRPr>
          </a:p>
        </p:txBody>
      </p:sp>
      <p:sp>
        <p:nvSpPr>
          <p:cNvPr id="8" name="Slide Number Placeholder 7"/>
          <p:cNvSpPr>
            <a:spLocks noGrp="1"/>
          </p:cNvSpPr>
          <p:nvPr>
            <p:ph type="sldNum" sz="quarter" idx="12"/>
          </p:nvPr>
        </p:nvSpPr>
        <p:spPr>
          <a:xfrm>
            <a:off x="8534400" y="6638280"/>
            <a:ext cx="586906" cy="226714"/>
          </a:xfrm>
        </p:spPr>
        <p:txBody>
          <a:bodyPr/>
          <a:lstStyle/>
          <a:p>
            <a:fld id="{2A7F9223-B69B-4AA9-B6C4-9B69EF94F2BD}" type="slidenum">
              <a:rPr lang="en-US" sz="800" smtClean="0">
                <a:solidFill>
                  <a:schemeClr val="accent1"/>
                </a:solidFill>
              </a:rPr>
              <a:pPr/>
              <a:t>26</a:t>
            </a:fld>
            <a:endParaRPr lang="en-US" sz="800" dirty="0">
              <a:solidFill>
                <a:schemeClr val="accent1"/>
              </a:solidFill>
            </a:endParaRPr>
          </a:p>
        </p:txBody>
      </p:sp>
      <p:graphicFrame>
        <p:nvGraphicFramePr>
          <p:cNvPr id="4" name="Table 3"/>
          <p:cNvGraphicFramePr>
            <a:graphicFrameLocks noGrp="1"/>
          </p:cNvGraphicFramePr>
          <p:nvPr>
            <p:extLst>
              <p:ext uri="{D42A27DB-BD31-4B8C-83A1-F6EECF244321}">
                <p14:modId xmlns:p14="http://schemas.microsoft.com/office/powerpoint/2010/main" val="2614426248"/>
              </p:ext>
            </p:extLst>
          </p:nvPr>
        </p:nvGraphicFramePr>
        <p:xfrm>
          <a:off x="1676400" y="3733800"/>
          <a:ext cx="6096000" cy="2804160"/>
        </p:xfrm>
        <a:graphic>
          <a:graphicData uri="http://schemas.openxmlformats.org/drawingml/2006/table">
            <a:tbl>
              <a:tblPr firstRow="1" bandRow="1">
                <a:tableStyleId>{D27102A9-8310-4765-A935-A1911B00CA55}</a:tableStyleId>
              </a:tblPr>
              <a:tblGrid>
                <a:gridCol w="3048000">
                  <a:extLst>
                    <a:ext uri="{9D8B030D-6E8A-4147-A177-3AD203B41FA5}">
                      <a16:colId xmlns="" xmlns:a16="http://schemas.microsoft.com/office/drawing/2014/main" val="20000"/>
                    </a:ext>
                  </a:extLst>
                </a:gridCol>
                <a:gridCol w="3048000">
                  <a:extLst>
                    <a:ext uri="{9D8B030D-6E8A-4147-A177-3AD203B41FA5}">
                      <a16:colId xmlns="" xmlns:a16="http://schemas.microsoft.com/office/drawing/2014/main" val="20001"/>
                    </a:ext>
                  </a:extLst>
                </a:gridCol>
              </a:tblGrid>
              <a:tr h="370840">
                <a:tc>
                  <a:txBody>
                    <a:bodyPr/>
                    <a:lstStyle/>
                    <a:p>
                      <a:pPr algn="ctr"/>
                      <a:r>
                        <a:rPr lang="en-US" sz="2800" dirty="0" smtClean="0"/>
                        <a:t>PERSON 1</a:t>
                      </a:r>
                      <a:endParaRPr lang="en-US" sz="2800" dirty="0"/>
                    </a:p>
                  </a:txBody>
                  <a:tcPr/>
                </a:tc>
                <a:tc>
                  <a:txBody>
                    <a:bodyPr/>
                    <a:lstStyle/>
                    <a:p>
                      <a:pPr algn="ctr"/>
                      <a:r>
                        <a:rPr lang="en-US" sz="2800" dirty="0" smtClean="0"/>
                        <a:t>PERSON 2</a:t>
                      </a:r>
                      <a:endParaRPr lang="en-US" sz="2800" dirty="0"/>
                    </a:p>
                  </a:txBody>
                  <a:tcPr/>
                </a:tc>
                <a:extLst>
                  <a:ext uri="{0D108BD9-81ED-4DB2-BD59-A6C34878D82A}">
                    <a16:rowId xmlns="" xmlns:a16="http://schemas.microsoft.com/office/drawing/2014/main" val="10000"/>
                  </a:ext>
                </a:extLst>
              </a:tr>
              <a:tr h="370840">
                <a:tc>
                  <a:txBody>
                    <a:bodyPr/>
                    <a:lstStyle/>
                    <a:p>
                      <a:pPr algn="ctr"/>
                      <a:r>
                        <a:rPr lang="en-US" sz="2400" dirty="0" smtClean="0"/>
                        <a:t>A renowned neurosurgeon in</a:t>
                      </a:r>
                      <a:r>
                        <a:rPr lang="en-US" sz="2400" baseline="0" dirty="0" smtClean="0"/>
                        <a:t> her late forties whose survival promises to benefit countless persons</a:t>
                      </a:r>
                      <a:endParaRPr lang="en-US" sz="2400" dirty="0" smtClean="0"/>
                    </a:p>
                  </a:txBody>
                  <a:tcPr/>
                </a:tc>
                <a:tc>
                  <a:txBody>
                    <a:bodyPr/>
                    <a:lstStyle/>
                    <a:p>
                      <a:pPr algn="ctr"/>
                      <a:r>
                        <a:rPr lang="en-US" sz="2400" dirty="0" smtClean="0"/>
                        <a:t>A sixty-five year old derelict who for decades has abused his body and whose survival will benefit no one except himself.</a:t>
                      </a:r>
                      <a:r>
                        <a:rPr lang="en-US" sz="2400" baseline="0" dirty="0" smtClean="0"/>
                        <a:t> </a:t>
                      </a:r>
                      <a:endParaRPr lang="en-US" sz="2400" dirty="0"/>
                    </a:p>
                  </a:txBody>
                  <a:tcPr/>
                </a:tc>
                <a:extLst>
                  <a:ext uri="{0D108BD9-81ED-4DB2-BD59-A6C34878D82A}">
                    <a16:rowId xmlns="" xmlns:a16="http://schemas.microsoft.com/office/drawing/2014/main" val="10001"/>
                  </a:ext>
                </a:extLst>
              </a:tr>
            </a:tbl>
          </a:graphicData>
        </a:graphic>
      </p:graphicFrame>
    </p:spTree>
    <p:extLst>
      <p:ext uri="{BB962C8B-B14F-4D97-AF65-F5344CB8AC3E}">
        <p14:creationId xmlns:p14="http://schemas.microsoft.com/office/powerpoint/2010/main" val="3022791514"/>
      </p:ext>
    </p:extLst>
  </p:cSld>
  <p:clrMapOvr>
    <a:masterClrMapping/>
  </p:clrMapOvr>
  <p:transition spd="slow">
    <p:fad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1066800" y="152400"/>
            <a:ext cx="7938052" cy="6477000"/>
          </a:xfrm>
          <a:prstGeom prst="rect">
            <a:avLst/>
          </a:prstGeom>
          <a:solidFill>
            <a:schemeClr val="bg1"/>
          </a:solidFill>
          <a:ln w="38100" cap="rnd">
            <a:noFill/>
            <a:round/>
          </a:ln>
          <a:effectLst>
            <a:outerShdw blurRad="88900" dist="889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400" y="152400"/>
            <a:ext cx="914400" cy="6477000"/>
          </a:xfrm>
          <a:prstGeom prst="rect">
            <a:avLst/>
          </a:prstGeom>
        </p:spPr>
      </p:pic>
      <p:sp>
        <p:nvSpPr>
          <p:cNvPr id="2" name="Title 1"/>
          <p:cNvSpPr>
            <a:spLocks noGrp="1"/>
          </p:cNvSpPr>
          <p:nvPr>
            <p:ph type="ctrTitle"/>
          </p:nvPr>
        </p:nvSpPr>
        <p:spPr>
          <a:xfrm>
            <a:off x="1295401" y="406401"/>
            <a:ext cx="7467600" cy="835502"/>
          </a:xfrm>
        </p:spPr>
        <p:txBody>
          <a:bodyPr>
            <a:normAutofit/>
          </a:bodyPr>
          <a:lstStyle/>
          <a:p>
            <a:pPr algn="l"/>
            <a:r>
              <a:rPr lang="en-US" sz="4000" dirty="0">
                <a:solidFill>
                  <a:schemeClr val="accent3">
                    <a:lumMod val="50000"/>
                  </a:schemeClr>
                </a:solidFill>
                <a:effectLst>
                  <a:outerShdw blurRad="38100" dist="38100" dir="2700000" algn="tl">
                    <a:srgbClr val="000000">
                      <a:alpha val="43137"/>
                    </a:srgbClr>
                  </a:outerShdw>
                </a:effectLst>
                <a:latin typeface="Georgia" pitchFamily="18" charset="0"/>
              </a:rPr>
              <a:t>JUSTICE </a:t>
            </a:r>
            <a:r>
              <a:rPr lang="en-US" sz="4000" dirty="0" smtClean="0">
                <a:solidFill>
                  <a:schemeClr val="accent3">
                    <a:lumMod val="50000"/>
                  </a:schemeClr>
                </a:solidFill>
                <a:effectLst>
                  <a:outerShdw blurRad="38100" dist="38100" dir="2700000" algn="tl">
                    <a:srgbClr val="000000">
                      <a:alpha val="43137"/>
                    </a:srgbClr>
                  </a:outerShdw>
                </a:effectLst>
                <a:latin typeface="Georgia" pitchFamily="18" charset="0"/>
              </a:rPr>
              <a:t>AS SOCIAL UTILITY </a:t>
            </a:r>
            <a:endParaRPr lang="en-US" sz="4000" dirty="0">
              <a:solidFill>
                <a:schemeClr val="accent3">
                  <a:lumMod val="50000"/>
                </a:schemeClr>
              </a:solidFill>
              <a:effectLst>
                <a:outerShdw blurRad="38100" dist="38100" dir="2700000" algn="tl">
                  <a:srgbClr val="000000">
                    <a:alpha val="43137"/>
                  </a:srgbClr>
                </a:outerShdw>
              </a:effectLst>
              <a:latin typeface="Georgia" pitchFamily="18" charset="0"/>
            </a:endParaRPr>
          </a:p>
        </p:txBody>
      </p:sp>
      <p:sp>
        <p:nvSpPr>
          <p:cNvPr id="3" name="Subtitle 2"/>
          <p:cNvSpPr>
            <a:spLocks noGrp="1"/>
          </p:cNvSpPr>
          <p:nvPr>
            <p:ph type="subTitle" idx="1"/>
          </p:nvPr>
        </p:nvSpPr>
        <p:spPr>
          <a:xfrm>
            <a:off x="1302026" y="1495904"/>
            <a:ext cx="7467600" cy="4430762"/>
          </a:xfrm>
        </p:spPr>
        <p:txBody>
          <a:bodyPr anchor="ctr">
            <a:normAutofit/>
          </a:bodyPr>
          <a:lstStyle/>
          <a:p>
            <a:pPr marL="342900" indent="-342900" algn="l">
              <a:lnSpc>
                <a:spcPct val="80000"/>
              </a:lnSpc>
              <a:buFont typeface="Arial" pitchFamily="34" charset="0"/>
              <a:buChar char="•"/>
            </a:pPr>
            <a:r>
              <a:rPr lang="en-US" sz="2800" dirty="0">
                <a:solidFill>
                  <a:schemeClr val="tx1"/>
                </a:solidFill>
              </a:rPr>
              <a:t>Maximization of social benefits </a:t>
            </a:r>
            <a:r>
              <a:rPr lang="en-US" sz="2800" dirty="0" smtClean="0">
                <a:solidFill>
                  <a:schemeClr val="tx1"/>
                </a:solidFill>
              </a:rPr>
              <a:t>and </a:t>
            </a:r>
            <a:r>
              <a:rPr lang="en-US" sz="2800" dirty="0">
                <a:solidFill>
                  <a:schemeClr val="tx1"/>
                </a:solidFill>
              </a:rPr>
              <a:t>minimization of social harm. </a:t>
            </a:r>
          </a:p>
          <a:p>
            <a:pPr marL="342900" indent="-342900" algn="l">
              <a:lnSpc>
                <a:spcPct val="80000"/>
              </a:lnSpc>
              <a:buFont typeface="Arial" pitchFamily="34" charset="0"/>
              <a:buChar char="•"/>
            </a:pPr>
            <a:endParaRPr lang="en-US" sz="2800" dirty="0">
              <a:solidFill>
                <a:schemeClr val="tx1"/>
              </a:solidFill>
            </a:endParaRPr>
          </a:p>
          <a:p>
            <a:pPr marL="342900" indent="-342900" algn="l">
              <a:lnSpc>
                <a:spcPct val="80000"/>
              </a:lnSpc>
              <a:buFont typeface="Arial" pitchFamily="34" charset="0"/>
              <a:buChar char="•"/>
            </a:pPr>
            <a:r>
              <a:rPr lang="en-US" sz="2800" dirty="0">
                <a:solidFill>
                  <a:schemeClr val="tx1"/>
                </a:solidFill>
              </a:rPr>
              <a:t>People interpret justice in terms </a:t>
            </a:r>
            <a:r>
              <a:rPr lang="en-US" sz="2800" dirty="0" smtClean="0">
                <a:solidFill>
                  <a:schemeClr val="tx1"/>
                </a:solidFill>
              </a:rPr>
              <a:t>of </a:t>
            </a:r>
            <a:r>
              <a:rPr lang="en-US" sz="2800" dirty="0">
                <a:solidFill>
                  <a:schemeClr val="tx1"/>
                </a:solidFill>
              </a:rPr>
              <a:t>‘UTILITY’. </a:t>
            </a:r>
          </a:p>
        </p:txBody>
      </p:sp>
      <p:sp>
        <p:nvSpPr>
          <p:cNvPr id="7" name="Footer Placeholder 6"/>
          <p:cNvSpPr>
            <a:spLocks noGrp="1"/>
          </p:cNvSpPr>
          <p:nvPr>
            <p:ph type="ftr" sz="quarter" idx="11"/>
          </p:nvPr>
        </p:nvSpPr>
        <p:spPr>
          <a:xfrm>
            <a:off x="34636" y="6626945"/>
            <a:ext cx="8118764" cy="249385"/>
          </a:xfrm>
        </p:spPr>
        <p:txBody>
          <a:bodyPr/>
          <a:lstStyle/>
          <a:p>
            <a:pPr algn="l"/>
            <a:r>
              <a:rPr lang="en-US" sz="800" b="1" dirty="0" smtClean="0">
                <a:solidFill>
                  <a:schemeClr val="bg1"/>
                </a:solidFill>
              </a:rPr>
              <a:t>© 2013 Cengage Learning. All Rights Reserved. </a:t>
            </a:r>
            <a:endParaRPr lang="en-US" sz="800" b="1" dirty="0">
              <a:solidFill>
                <a:schemeClr val="bg1"/>
              </a:solidFill>
            </a:endParaRPr>
          </a:p>
        </p:txBody>
      </p:sp>
      <p:sp>
        <p:nvSpPr>
          <p:cNvPr id="8" name="Slide Number Placeholder 7"/>
          <p:cNvSpPr>
            <a:spLocks noGrp="1"/>
          </p:cNvSpPr>
          <p:nvPr>
            <p:ph type="sldNum" sz="quarter" idx="12"/>
          </p:nvPr>
        </p:nvSpPr>
        <p:spPr>
          <a:xfrm>
            <a:off x="8534400" y="6638280"/>
            <a:ext cx="586906" cy="226714"/>
          </a:xfrm>
        </p:spPr>
        <p:txBody>
          <a:bodyPr/>
          <a:lstStyle/>
          <a:p>
            <a:fld id="{2A7F9223-B69B-4AA9-B6C4-9B69EF94F2BD}" type="slidenum">
              <a:rPr lang="en-US" sz="800" smtClean="0">
                <a:solidFill>
                  <a:schemeClr val="accent1"/>
                </a:solidFill>
              </a:rPr>
              <a:pPr/>
              <a:t>27</a:t>
            </a:fld>
            <a:endParaRPr lang="en-US" sz="800" dirty="0">
              <a:solidFill>
                <a:schemeClr val="accent1"/>
              </a:solidFill>
            </a:endParaRPr>
          </a:p>
        </p:txBody>
      </p:sp>
    </p:spTree>
    <p:extLst>
      <p:ext uri="{BB962C8B-B14F-4D97-AF65-F5344CB8AC3E}">
        <p14:creationId xmlns:p14="http://schemas.microsoft.com/office/powerpoint/2010/main" val="3529639548"/>
      </p:ext>
    </p:extLst>
  </p:cSld>
  <p:clrMapOvr>
    <a:masterClrMapping/>
  </p:clrMapOvr>
  <p:transition spd="slow">
    <p:fade/>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1066800" y="152400"/>
            <a:ext cx="7938052" cy="6477000"/>
          </a:xfrm>
          <a:prstGeom prst="rect">
            <a:avLst/>
          </a:prstGeom>
          <a:solidFill>
            <a:schemeClr val="bg1"/>
          </a:solidFill>
          <a:ln w="38100" cap="rnd">
            <a:noFill/>
            <a:round/>
          </a:ln>
          <a:effectLst>
            <a:outerShdw blurRad="88900" dist="889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400" y="152400"/>
            <a:ext cx="914400" cy="6477000"/>
          </a:xfrm>
          <a:prstGeom prst="rect">
            <a:avLst/>
          </a:prstGeom>
        </p:spPr>
      </p:pic>
      <p:sp>
        <p:nvSpPr>
          <p:cNvPr id="2" name="Title 1"/>
          <p:cNvSpPr>
            <a:spLocks noGrp="1"/>
          </p:cNvSpPr>
          <p:nvPr>
            <p:ph type="ctrTitle"/>
          </p:nvPr>
        </p:nvSpPr>
        <p:spPr>
          <a:xfrm>
            <a:off x="1295401" y="406401"/>
            <a:ext cx="7467600" cy="835502"/>
          </a:xfrm>
        </p:spPr>
        <p:txBody>
          <a:bodyPr>
            <a:normAutofit fontScale="90000"/>
          </a:bodyPr>
          <a:lstStyle/>
          <a:p>
            <a:pPr algn="l"/>
            <a:r>
              <a:rPr lang="en-US" sz="4000" dirty="0" smtClean="0">
                <a:solidFill>
                  <a:schemeClr val="accent3">
                    <a:lumMod val="50000"/>
                  </a:schemeClr>
                </a:solidFill>
                <a:effectLst>
                  <a:outerShdw blurRad="38100" dist="38100" dir="2700000" algn="tl">
                    <a:srgbClr val="000000">
                      <a:alpha val="43137"/>
                    </a:srgbClr>
                  </a:outerShdw>
                </a:effectLst>
                <a:latin typeface="Georgia" pitchFamily="18" charset="0"/>
              </a:rPr>
              <a:t>JUSTICE BASED ON NEED AND ABILITY  </a:t>
            </a:r>
            <a:endParaRPr lang="en-US" sz="4000" dirty="0">
              <a:solidFill>
                <a:schemeClr val="accent3">
                  <a:lumMod val="50000"/>
                </a:schemeClr>
              </a:solidFill>
              <a:effectLst>
                <a:outerShdw blurRad="38100" dist="38100" dir="2700000" algn="tl">
                  <a:srgbClr val="000000">
                    <a:alpha val="43137"/>
                  </a:srgbClr>
                </a:outerShdw>
              </a:effectLst>
              <a:latin typeface="Georgia" pitchFamily="18" charset="0"/>
            </a:endParaRPr>
          </a:p>
        </p:txBody>
      </p:sp>
      <p:sp>
        <p:nvSpPr>
          <p:cNvPr id="3" name="Subtitle 2"/>
          <p:cNvSpPr>
            <a:spLocks noGrp="1"/>
          </p:cNvSpPr>
          <p:nvPr>
            <p:ph type="subTitle" idx="1"/>
          </p:nvPr>
        </p:nvSpPr>
        <p:spPr>
          <a:xfrm>
            <a:off x="1302026" y="1495904"/>
            <a:ext cx="7467600" cy="4600096"/>
          </a:xfrm>
        </p:spPr>
        <p:txBody>
          <a:bodyPr anchor="ctr">
            <a:noAutofit/>
          </a:bodyPr>
          <a:lstStyle/>
          <a:p>
            <a:pPr marL="457200" indent="-457200" algn="l">
              <a:lnSpc>
                <a:spcPct val="80000"/>
              </a:lnSpc>
              <a:buFont typeface="Arial" pitchFamily="34" charset="0"/>
              <a:buChar char="•"/>
            </a:pPr>
            <a:r>
              <a:rPr lang="en-US" sz="2800" dirty="0" smtClean="0">
                <a:solidFill>
                  <a:schemeClr val="tx1"/>
                </a:solidFill>
              </a:rPr>
              <a:t>The wealth the society </a:t>
            </a:r>
          </a:p>
          <a:p>
            <a:pPr algn="l">
              <a:lnSpc>
                <a:spcPct val="80000"/>
              </a:lnSpc>
            </a:pPr>
            <a:r>
              <a:rPr lang="en-US" sz="2800" dirty="0" smtClean="0">
                <a:solidFill>
                  <a:schemeClr val="tx1"/>
                </a:solidFill>
              </a:rPr>
              <a:t>produces belongs to </a:t>
            </a:r>
          </a:p>
          <a:p>
            <a:pPr algn="l">
              <a:lnSpc>
                <a:spcPct val="80000"/>
              </a:lnSpc>
            </a:pPr>
            <a:r>
              <a:rPr lang="en-US" sz="2800" dirty="0">
                <a:solidFill>
                  <a:schemeClr val="tx1"/>
                </a:solidFill>
              </a:rPr>
              <a:t>e</a:t>
            </a:r>
            <a:r>
              <a:rPr lang="en-US" sz="2800" dirty="0" smtClean="0">
                <a:solidFill>
                  <a:schemeClr val="tx1"/>
                </a:solidFill>
              </a:rPr>
              <a:t>veryone and so should </a:t>
            </a:r>
          </a:p>
          <a:p>
            <a:pPr algn="l">
              <a:lnSpc>
                <a:spcPct val="80000"/>
              </a:lnSpc>
            </a:pPr>
            <a:r>
              <a:rPr lang="en-US" sz="2800" dirty="0" smtClean="0">
                <a:solidFill>
                  <a:schemeClr val="tx1"/>
                </a:solidFill>
              </a:rPr>
              <a:t>be shared by everyone. </a:t>
            </a:r>
          </a:p>
          <a:p>
            <a:pPr algn="l">
              <a:lnSpc>
                <a:spcPct val="80000"/>
              </a:lnSpc>
            </a:pPr>
            <a:endParaRPr lang="en-US" sz="2800" dirty="0">
              <a:solidFill>
                <a:schemeClr val="tx1"/>
              </a:solidFill>
            </a:endParaRPr>
          </a:p>
          <a:p>
            <a:pPr marL="457200" indent="-457200" algn="l">
              <a:lnSpc>
                <a:spcPct val="80000"/>
              </a:lnSpc>
              <a:buFont typeface="Arial" pitchFamily="34" charset="0"/>
              <a:buChar char="•"/>
            </a:pPr>
            <a:r>
              <a:rPr lang="en-US" sz="2800" dirty="0" smtClean="0">
                <a:solidFill>
                  <a:schemeClr val="tx1"/>
                </a:solidFill>
              </a:rPr>
              <a:t>Government ownership </a:t>
            </a:r>
          </a:p>
          <a:p>
            <a:pPr algn="l">
              <a:lnSpc>
                <a:spcPct val="80000"/>
              </a:lnSpc>
            </a:pPr>
            <a:r>
              <a:rPr lang="en-US" sz="2800" dirty="0" smtClean="0">
                <a:solidFill>
                  <a:schemeClr val="tx1"/>
                </a:solidFill>
              </a:rPr>
              <a:t>of all productive enterprises.</a:t>
            </a:r>
          </a:p>
          <a:p>
            <a:pPr algn="l">
              <a:lnSpc>
                <a:spcPct val="80000"/>
              </a:lnSpc>
            </a:pPr>
            <a:endParaRPr lang="en-US" sz="2800" dirty="0">
              <a:solidFill>
                <a:schemeClr val="tx1"/>
              </a:solidFill>
            </a:endParaRPr>
          </a:p>
          <a:p>
            <a:pPr marL="457200" indent="-457200" algn="l">
              <a:lnSpc>
                <a:spcPct val="80000"/>
              </a:lnSpc>
              <a:buFont typeface="Arial" pitchFamily="34" charset="0"/>
              <a:buChar char="•"/>
            </a:pPr>
            <a:r>
              <a:rPr lang="en-US" sz="2800" dirty="0" smtClean="0">
                <a:solidFill>
                  <a:schemeClr val="tx1"/>
                </a:solidFill>
              </a:rPr>
              <a:t>“From each according to </a:t>
            </a:r>
          </a:p>
          <a:p>
            <a:pPr algn="l">
              <a:lnSpc>
                <a:spcPct val="80000"/>
              </a:lnSpc>
            </a:pPr>
            <a:r>
              <a:rPr lang="en-US" sz="2800" dirty="0" smtClean="0">
                <a:solidFill>
                  <a:schemeClr val="tx1"/>
                </a:solidFill>
              </a:rPr>
              <a:t>his ability to each according</a:t>
            </a:r>
          </a:p>
          <a:p>
            <a:pPr algn="l">
              <a:lnSpc>
                <a:spcPct val="80000"/>
              </a:lnSpc>
            </a:pPr>
            <a:r>
              <a:rPr lang="en-US" sz="2800" dirty="0" smtClean="0">
                <a:solidFill>
                  <a:schemeClr val="tx1"/>
                </a:solidFill>
              </a:rPr>
              <a:t> to his need.” Karl Marx </a:t>
            </a:r>
            <a:endParaRPr lang="en-US" sz="2800" dirty="0">
              <a:solidFill>
                <a:schemeClr val="tx1"/>
              </a:solidFill>
            </a:endParaRPr>
          </a:p>
        </p:txBody>
      </p:sp>
      <p:sp>
        <p:nvSpPr>
          <p:cNvPr id="7" name="Footer Placeholder 6"/>
          <p:cNvSpPr>
            <a:spLocks noGrp="1"/>
          </p:cNvSpPr>
          <p:nvPr>
            <p:ph type="ftr" sz="quarter" idx="11"/>
          </p:nvPr>
        </p:nvSpPr>
        <p:spPr>
          <a:xfrm>
            <a:off x="34636" y="6626945"/>
            <a:ext cx="8118764" cy="249385"/>
          </a:xfrm>
        </p:spPr>
        <p:txBody>
          <a:bodyPr/>
          <a:lstStyle/>
          <a:p>
            <a:pPr algn="l"/>
            <a:r>
              <a:rPr lang="en-US" sz="800" b="1" dirty="0" smtClean="0">
                <a:solidFill>
                  <a:schemeClr val="bg1"/>
                </a:solidFill>
              </a:rPr>
              <a:t>© 2013 Cengage Learning. All Rights Reserved. </a:t>
            </a:r>
            <a:endParaRPr lang="en-US" sz="800" b="1" dirty="0">
              <a:solidFill>
                <a:schemeClr val="bg1"/>
              </a:solidFill>
            </a:endParaRPr>
          </a:p>
        </p:txBody>
      </p:sp>
      <p:sp>
        <p:nvSpPr>
          <p:cNvPr id="8" name="Slide Number Placeholder 7"/>
          <p:cNvSpPr>
            <a:spLocks noGrp="1"/>
          </p:cNvSpPr>
          <p:nvPr>
            <p:ph type="sldNum" sz="quarter" idx="12"/>
          </p:nvPr>
        </p:nvSpPr>
        <p:spPr>
          <a:xfrm>
            <a:off x="8534400" y="6638280"/>
            <a:ext cx="586906" cy="226714"/>
          </a:xfrm>
        </p:spPr>
        <p:txBody>
          <a:bodyPr/>
          <a:lstStyle/>
          <a:p>
            <a:fld id="{2A7F9223-B69B-4AA9-B6C4-9B69EF94F2BD}" type="slidenum">
              <a:rPr lang="en-US" sz="800" smtClean="0">
                <a:solidFill>
                  <a:schemeClr val="accent1"/>
                </a:solidFill>
              </a:rPr>
              <a:pPr/>
              <a:t>28</a:t>
            </a:fld>
            <a:endParaRPr lang="en-US" sz="800" dirty="0">
              <a:solidFill>
                <a:schemeClr val="accent1"/>
              </a:solidFill>
            </a:endParaRPr>
          </a:p>
        </p:txBody>
      </p:sp>
      <p:pic>
        <p:nvPicPr>
          <p:cNvPr id="4" name="Picture 3"/>
          <p:cNvPicPr>
            <a:picLocks noChangeAspect="1"/>
          </p:cNvPicPr>
          <p:nvPr/>
        </p:nvPicPr>
        <p:blipFill>
          <a:blip r:embed="rId4"/>
          <a:stretch>
            <a:fillRect/>
          </a:stretch>
        </p:blipFill>
        <p:spPr>
          <a:xfrm>
            <a:off x="5885688" y="1877188"/>
            <a:ext cx="2267712" cy="3401568"/>
          </a:xfrm>
          <a:prstGeom prst="rect">
            <a:avLst/>
          </a:prstGeom>
        </p:spPr>
      </p:pic>
    </p:spTree>
    <p:extLst>
      <p:ext uri="{BB962C8B-B14F-4D97-AF65-F5344CB8AC3E}">
        <p14:creationId xmlns:p14="http://schemas.microsoft.com/office/powerpoint/2010/main" val="3313293166"/>
      </p:ext>
    </p:extLst>
  </p:cSld>
  <p:clrMapOvr>
    <a:masterClrMapping/>
  </p:clrMapOvr>
  <p:transition spd="slow">
    <p:fade/>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1066800" y="152400"/>
            <a:ext cx="7938052" cy="6477000"/>
          </a:xfrm>
          <a:prstGeom prst="rect">
            <a:avLst/>
          </a:prstGeom>
          <a:solidFill>
            <a:schemeClr val="bg1"/>
          </a:solidFill>
          <a:ln w="38100" cap="rnd">
            <a:noFill/>
            <a:round/>
          </a:ln>
          <a:effectLst>
            <a:outerShdw blurRad="88900" dist="889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400" y="152400"/>
            <a:ext cx="914400" cy="6477000"/>
          </a:xfrm>
          <a:prstGeom prst="rect">
            <a:avLst/>
          </a:prstGeom>
        </p:spPr>
      </p:pic>
      <p:sp>
        <p:nvSpPr>
          <p:cNvPr id="2" name="Title 1"/>
          <p:cNvSpPr>
            <a:spLocks noGrp="1"/>
          </p:cNvSpPr>
          <p:nvPr>
            <p:ph type="ctrTitle"/>
          </p:nvPr>
        </p:nvSpPr>
        <p:spPr>
          <a:xfrm>
            <a:off x="1295401" y="406401"/>
            <a:ext cx="7467600" cy="835502"/>
          </a:xfrm>
        </p:spPr>
        <p:txBody>
          <a:bodyPr>
            <a:normAutofit/>
          </a:bodyPr>
          <a:lstStyle/>
          <a:p>
            <a:pPr algn="l"/>
            <a:r>
              <a:rPr lang="en-US" sz="4000" dirty="0" smtClean="0">
                <a:solidFill>
                  <a:schemeClr val="accent3">
                    <a:lumMod val="50000"/>
                  </a:schemeClr>
                </a:solidFill>
                <a:effectLst>
                  <a:outerShdw blurRad="38100" dist="38100" dir="2700000" algn="tl">
                    <a:srgbClr val="000000">
                      <a:alpha val="43137"/>
                    </a:srgbClr>
                  </a:outerShdw>
                </a:effectLst>
                <a:latin typeface="Georgia" pitchFamily="18" charset="0"/>
              </a:rPr>
              <a:t>JUSTICE BASED ON LIBERTY </a:t>
            </a:r>
            <a:endParaRPr lang="en-US" sz="4000" dirty="0">
              <a:solidFill>
                <a:schemeClr val="accent3">
                  <a:lumMod val="50000"/>
                </a:schemeClr>
              </a:solidFill>
              <a:effectLst>
                <a:outerShdw blurRad="38100" dist="38100" dir="2700000" algn="tl">
                  <a:srgbClr val="000000">
                    <a:alpha val="43137"/>
                  </a:srgbClr>
                </a:outerShdw>
              </a:effectLst>
              <a:latin typeface="Georgia" pitchFamily="18" charset="0"/>
            </a:endParaRPr>
          </a:p>
        </p:txBody>
      </p:sp>
      <p:sp>
        <p:nvSpPr>
          <p:cNvPr id="3" name="Subtitle 2"/>
          <p:cNvSpPr>
            <a:spLocks noGrp="1"/>
          </p:cNvSpPr>
          <p:nvPr>
            <p:ph type="subTitle" idx="1"/>
          </p:nvPr>
        </p:nvSpPr>
        <p:spPr>
          <a:xfrm>
            <a:off x="1302026" y="1495904"/>
            <a:ext cx="7467600" cy="4430762"/>
          </a:xfrm>
        </p:spPr>
        <p:txBody>
          <a:bodyPr anchor="ctr">
            <a:normAutofit/>
          </a:bodyPr>
          <a:lstStyle/>
          <a:p>
            <a:pPr marL="457200" indent="-457200" algn="l">
              <a:lnSpc>
                <a:spcPct val="80000"/>
              </a:lnSpc>
              <a:buFont typeface="Arial" pitchFamily="34" charset="0"/>
              <a:buChar char="•"/>
            </a:pPr>
            <a:r>
              <a:rPr lang="en-US" sz="2800" dirty="0" smtClean="0">
                <a:solidFill>
                  <a:schemeClr val="tx1"/>
                </a:solidFill>
              </a:rPr>
              <a:t>Liberals support freedom </a:t>
            </a:r>
          </a:p>
          <a:p>
            <a:pPr algn="l">
              <a:lnSpc>
                <a:spcPct val="80000"/>
              </a:lnSpc>
            </a:pPr>
            <a:r>
              <a:rPr lang="en-US" sz="2800" dirty="0" smtClean="0">
                <a:solidFill>
                  <a:schemeClr val="tx1"/>
                </a:solidFill>
              </a:rPr>
              <a:t>of speech, association, </a:t>
            </a:r>
          </a:p>
          <a:p>
            <a:pPr algn="l">
              <a:lnSpc>
                <a:spcPct val="80000"/>
              </a:lnSpc>
            </a:pPr>
            <a:r>
              <a:rPr lang="en-US" sz="2800" dirty="0" smtClean="0">
                <a:solidFill>
                  <a:schemeClr val="tx1"/>
                </a:solidFill>
              </a:rPr>
              <a:t>conscience and occupation. </a:t>
            </a:r>
          </a:p>
          <a:p>
            <a:pPr marL="457200" indent="-457200" algn="l">
              <a:lnSpc>
                <a:spcPct val="80000"/>
              </a:lnSpc>
              <a:buFont typeface="Arial" pitchFamily="34" charset="0"/>
              <a:buChar char="•"/>
            </a:pPr>
            <a:endParaRPr lang="en-US" sz="2800" dirty="0">
              <a:solidFill>
                <a:schemeClr val="tx1"/>
              </a:solidFill>
            </a:endParaRPr>
          </a:p>
          <a:p>
            <a:pPr marL="457200" indent="-457200" algn="l">
              <a:lnSpc>
                <a:spcPct val="80000"/>
              </a:lnSpc>
              <a:buFont typeface="Arial" pitchFamily="34" charset="0"/>
              <a:buChar char="•"/>
            </a:pPr>
            <a:r>
              <a:rPr lang="en-US" sz="2800" dirty="0" smtClean="0">
                <a:solidFill>
                  <a:schemeClr val="tx1"/>
                </a:solidFill>
              </a:rPr>
              <a:t>Liberalism divided into 2 </a:t>
            </a:r>
          </a:p>
          <a:p>
            <a:pPr algn="l">
              <a:lnSpc>
                <a:spcPct val="80000"/>
              </a:lnSpc>
            </a:pPr>
            <a:r>
              <a:rPr lang="en-US" sz="2800" dirty="0" smtClean="0">
                <a:solidFill>
                  <a:schemeClr val="tx1"/>
                </a:solidFill>
              </a:rPr>
              <a:t>camps:</a:t>
            </a:r>
          </a:p>
          <a:p>
            <a:pPr marL="1028700" lvl="1" indent="-571500" algn="l">
              <a:lnSpc>
                <a:spcPct val="80000"/>
              </a:lnSpc>
              <a:buFont typeface="+mj-lt"/>
              <a:buAutoNum type="romanLcPeriod"/>
            </a:pPr>
            <a:r>
              <a:rPr lang="en-US" sz="2400" dirty="0" smtClean="0">
                <a:solidFill>
                  <a:schemeClr val="tx1"/>
                </a:solidFill>
              </a:rPr>
              <a:t>Classical Liberalism </a:t>
            </a:r>
          </a:p>
          <a:p>
            <a:pPr marL="1028700" lvl="1" indent="-571500" algn="l">
              <a:lnSpc>
                <a:spcPct val="80000"/>
              </a:lnSpc>
              <a:buFont typeface="+mj-lt"/>
              <a:buAutoNum type="romanLcPeriod"/>
            </a:pPr>
            <a:r>
              <a:rPr lang="en-US" sz="2400" dirty="0" smtClean="0">
                <a:solidFill>
                  <a:schemeClr val="tx1"/>
                </a:solidFill>
              </a:rPr>
              <a:t>Welfare Liberalism </a:t>
            </a:r>
          </a:p>
        </p:txBody>
      </p:sp>
      <p:sp>
        <p:nvSpPr>
          <p:cNvPr id="7" name="Footer Placeholder 6"/>
          <p:cNvSpPr>
            <a:spLocks noGrp="1"/>
          </p:cNvSpPr>
          <p:nvPr>
            <p:ph type="ftr" sz="quarter" idx="11"/>
          </p:nvPr>
        </p:nvSpPr>
        <p:spPr>
          <a:xfrm>
            <a:off x="34636" y="6626945"/>
            <a:ext cx="8118764" cy="249385"/>
          </a:xfrm>
        </p:spPr>
        <p:txBody>
          <a:bodyPr/>
          <a:lstStyle/>
          <a:p>
            <a:pPr algn="l"/>
            <a:r>
              <a:rPr lang="en-US" sz="800" b="1" dirty="0" smtClean="0">
                <a:solidFill>
                  <a:schemeClr val="bg1"/>
                </a:solidFill>
              </a:rPr>
              <a:t>© 2013 Cengage Learning. All Rights Reserved. </a:t>
            </a:r>
            <a:endParaRPr lang="en-US" sz="800" b="1" dirty="0">
              <a:solidFill>
                <a:schemeClr val="bg1"/>
              </a:solidFill>
            </a:endParaRPr>
          </a:p>
        </p:txBody>
      </p:sp>
      <p:sp>
        <p:nvSpPr>
          <p:cNvPr id="8" name="Slide Number Placeholder 7"/>
          <p:cNvSpPr>
            <a:spLocks noGrp="1"/>
          </p:cNvSpPr>
          <p:nvPr>
            <p:ph type="sldNum" sz="quarter" idx="12"/>
          </p:nvPr>
        </p:nvSpPr>
        <p:spPr>
          <a:xfrm>
            <a:off x="8534400" y="6638280"/>
            <a:ext cx="586906" cy="226714"/>
          </a:xfrm>
        </p:spPr>
        <p:txBody>
          <a:bodyPr/>
          <a:lstStyle/>
          <a:p>
            <a:fld id="{2A7F9223-B69B-4AA9-B6C4-9B69EF94F2BD}" type="slidenum">
              <a:rPr lang="en-US" sz="800" smtClean="0">
                <a:solidFill>
                  <a:schemeClr val="accent1"/>
                </a:solidFill>
              </a:rPr>
              <a:pPr/>
              <a:t>29</a:t>
            </a:fld>
            <a:endParaRPr lang="en-US" sz="800" dirty="0">
              <a:solidFill>
                <a:schemeClr val="accent1"/>
              </a:solidFill>
            </a:endParaRPr>
          </a:p>
        </p:txBody>
      </p:sp>
      <p:pic>
        <p:nvPicPr>
          <p:cNvPr id="5" name="Picture 4"/>
          <p:cNvPicPr>
            <a:picLocks noChangeAspect="1"/>
          </p:cNvPicPr>
          <p:nvPr/>
        </p:nvPicPr>
        <p:blipFill>
          <a:blip r:embed="rId4"/>
          <a:stretch>
            <a:fillRect/>
          </a:stretch>
        </p:blipFill>
        <p:spPr>
          <a:xfrm>
            <a:off x="5791200" y="2286000"/>
            <a:ext cx="2138362" cy="3210716"/>
          </a:xfrm>
          <a:prstGeom prst="rect">
            <a:avLst/>
          </a:prstGeom>
        </p:spPr>
      </p:pic>
    </p:spTree>
    <p:extLst>
      <p:ext uri="{BB962C8B-B14F-4D97-AF65-F5344CB8AC3E}">
        <p14:creationId xmlns:p14="http://schemas.microsoft.com/office/powerpoint/2010/main" val="758656731"/>
      </p:ext>
    </p:extLst>
  </p:cSld>
  <p:clrMapOvr>
    <a:masterClrMapping/>
  </p:clrMapOvr>
  <p:transition spd="slow">
    <p:fad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1066800" y="152400"/>
            <a:ext cx="7938052" cy="6477000"/>
          </a:xfrm>
          <a:prstGeom prst="rect">
            <a:avLst/>
          </a:prstGeom>
          <a:solidFill>
            <a:schemeClr val="bg1"/>
          </a:solidFill>
          <a:ln w="38100" cap="rnd">
            <a:noFill/>
            <a:round/>
          </a:ln>
          <a:effectLst>
            <a:outerShdw blurRad="88900" dist="889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400" y="152400"/>
            <a:ext cx="914400" cy="6477000"/>
          </a:xfrm>
          <a:prstGeom prst="rect">
            <a:avLst/>
          </a:prstGeom>
        </p:spPr>
      </p:pic>
      <p:sp>
        <p:nvSpPr>
          <p:cNvPr id="2" name="Title 1"/>
          <p:cNvSpPr>
            <a:spLocks noGrp="1"/>
          </p:cNvSpPr>
          <p:nvPr>
            <p:ph type="ctrTitle"/>
          </p:nvPr>
        </p:nvSpPr>
        <p:spPr>
          <a:xfrm>
            <a:off x="1295401" y="406401"/>
            <a:ext cx="7467600" cy="835502"/>
          </a:xfrm>
        </p:spPr>
        <p:txBody>
          <a:bodyPr>
            <a:normAutofit/>
          </a:bodyPr>
          <a:lstStyle/>
          <a:p>
            <a:pPr algn="l"/>
            <a:r>
              <a:rPr lang="en-US" sz="4000" dirty="0" smtClean="0">
                <a:solidFill>
                  <a:schemeClr val="accent3">
                    <a:lumMod val="50000"/>
                  </a:schemeClr>
                </a:solidFill>
                <a:effectLst>
                  <a:outerShdw blurRad="38100" dist="38100" dir="2700000" algn="tl">
                    <a:srgbClr val="000000">
                      <a:alpha val="43137"/>
                    </a:srgbClr>
                  </a:outerShdw>
                </a:effectLst>
                <a:latin typeface="Georgia" pitchFamily="18" charset="0"/>
              </a:rPr>
              <a:t>Distributive Justice ; Summary </a:t>
            </a:r>
            <a:endParaRPr lang="en-US" sz="4000" dirty="0">
              <a:solidFill>
                <a:schemeClr val="accent3">
                  <a:lumMod val="50000"/>
                </a:schemeClr>
              </a:solidFill>
              <a:effectLst>
                <a:outerShdw blurRad="38100" dist="38100" dir="2700000" algn="tl">
                  <a:srgbClr val="000000">
                    <a:alpha val="43137"/>
                  </a:srgbClr>
                </a:outerShdw>
              </a:effectLst>
              <a:latin typeface="Georgia" pitchFamily="18" charset="0"/>
            </a:endParaRPr>
          </a:p>
        </p:txBody>
      </p:sp>
      <p:sp>
        <p:nvSpPr>
          <p:cNvPr id="3" name="Subtitle 2"/>
          <p:cNvSpPr>
            <a:spLocks noGrp="1"/>
          </p:cNvSpPr>
          <p:nvPr>
            <p:ph type="subTitle" idx="1"/>
          </p:nvPr>
        </p:nvSpPr>
        <p:spPr>
          <a:xfrm>
            <a:off x="1302026" y="1495904"/>
            <a:ext cx="7467600" cy="4430762"/>
          </a:xfrm>
        </p:spPr>
        <p:txBody>
          <a:bodyPr anchor="ctr">
            <a:noAutofit/>
          </a:bodyPr>
          <a:lstStyle/>
          <a:p>
            <a:pPr marL="457200" indent="-457200" algn="l">
              <a:lnSpc>
                <a:spcPct val="80000"/>
              </a:lnSpc>
              <a:buFont typeface="Arial" pitchFamily="34" charset="0"/>
              <a:buChar char="•"/>
            </a:pPr>
            <a:r>
              <a:rPr lang="en-US" sz="2800" b="1" dirty="0" smtClean="0">
                <a:solidFill>
                  <a:schemeClr val="tx1"/>
                </a:solidFill>
              </a:rPr>
              <a:t>Egalitarian:</a:t>
            </a:r>
            <a:endParaRPr lang="en-US" sz="2800" b="1" dirty="0">
              <a:solidFill>
                <a:schemeClr val="tx1"/>
              </a:solidFill>
            </a:endParaRPr>
          </a:p>
          <a:p>
            <a:pPr algn="l">
              <a:lnSpc>
                <a:spcPct val="80000"/>
              </a:lnSpc>
            </a:pPr>
            <a:r>
              <a:rPr lang="en-US" sz="2800" dirty="0" smtClean="0">
                <a:solidFill>
                  <a:schemeClr val="tx1"/>
                </a:solidFill>
              </a:rPr>
              <a:t>		“</a:t>
            </a:r>
            <a:r>
              <a:rPr lang="en-US" sz="2800" dirty="0">
                <a:solidFill>
                  <a:schemeClr val="tx1"/>
                </a:solidFill>
              </a:rPr>
              <a:t>To all the same.”</a:t>
            </a:r>
          </a:p>
          <a:p>
            <a:pPr marL="457200" indent="-457200" algn="l">
              <a:lnSpc>
                <a:spcPct val="80000"/>
              </a:lnSpc>
              <a:buFont typeface="Arial" pitchFamily="34" charset="0"/>
              <a:buChar char="•"/>
            </a:pPr>
            <a:r>
              <a:rPr lang="en-US" sz="2800" b="1" dirty="0" smtClean="0">
                <a:solidFill>
                  <a:schemeClr val="tx1"/>
                </a:solidFill>
              </a:rPr>
              <a:t>Meritocratic: </a:t>
            </a:r>
            <a:endParaRPr lang="en-US" sz="2800" b="1" dirty="0">
              <a:solidFill>
                <a:schemeClr val="tx1"/>
              </a:solidFill>
            </a:endParaRPr>
          </a:p>
          <a:p>
            <a:pPr>
              <a:lnSpc>
                <a:spcPct val="80000"/>
              </a:lnSpc>
            </a:pPr>
            <a:r>
              <a:rPr lang="en-US" sz="2800" dirty="0">
                <a:solidFill>
                  <a:schemeClr val="tx1"/>
                </a:solidFill>
              </a:rPr>
              <a:t>“To each according to their merit.”</a:t>
            </a:r>
          </a:p>
          <a:p>
            <a:pPr marL="457200" indent="-457200" algn="l">
              <a:lnSpc>
                <a:spcPct val="80000"/>
              </a:lnSpc>
              <a:buFont typeface="Arial" pitchFamily="34" charset="0"/>
              <a:buChar char="•"/>
            </a:pPr>
            <a:r>
              <a:rPr lang="en-US" sz="2800" b="1" dirty="0" smtClean="0">
                <a:solidFill>
                  <a:schemeClr val="tx1"/>
                </a:solidFill>
              </a:rPr>
              <a:t>Socialist:</a:t>
            </a:r>
            <a:endParaRPr lang="en-US" sz="2800" b="1" dirty="0">
              <a:solidFill>
                <a:schemeClr val="tx1"/>
              </a:solidFill>
            </a:endParaRPr>
          </a:p>
          <a:p>
            <a:pPr>
              <a:lnSpc>
                <a:spcPct val="80000"/>
              </a:lnSpc>
            </a:pPr>
            <a:r>
              <a:rPr lang="en-US" sz="2800" dirty="0">
                <a:solidFill>
                  <a:schemeClr val="tx1"/>
                </a:solidFill>
              </a:rPr>
              <a:t>“From each according to their ability, to each according to their need.”</a:t>
            </a:r>
          </a:p>
          <a:p>
            <a:pPr marL="457200" indent="-457200" algn="l">
              <a:lnSpc>
                <a:spcPct val="80000"/>
              </a:lnSpc>
              <a:buFont typeface="Arial" pitchFamily="34" charset="0"/>
              <a:buChar char="•"/>
            </a:pPr>
            <a:r>
              <a:rPr lang="en-US" sz="2800" b="1" dirty="0" smtClean="0">
                <a:solidFill>
                  <a:schemeClr val="tx1"/>
                </a:solidFill>
              </a:rPr>
              <a:t>Libertarian:</a:t>
            </a:r>
            <a:endParaRPr lang="en-US" sz="2800" b="1" dirty="0">
              <a:solidFill>
                <a:schemeClr val="tx1"/>
              </a:solidFill>
            </a:endParaRPr>
          </a:p>
          <a:p>
            <a:pPr>
              <a:lnSpc>
                <a:spcPct val="80000"/>
              </a:lnSpc>
            </a:pPr>
            <a:r>
              <a:rPr lang="en-US" sz="2800" dirty="0">
                <a:solidFill>
                  <a:schemeClr val="tx1"/>
                </a:solidFill>
              </a:rPr>
              <a:t>“From each what they freely choose to contribute, to each what they have made or others have freely chosen to contribute.”</a:t>
            </a:r>
          </a:p>
        </p:txBody>
      </p:sp>
      <p:sp>
        <p:nvSpPr>
          <p:cNvPr id="7" name="Footer Placeholder 6"/>
          <p:cNvSpPr>
            <a:spLocks noGrp="1"/>
          </p:cNvSpPr>
          <p:nvPr>
            <p:ph type="ftr" sz="quarter" idx="11"/>
          </p:nvPr>
        </p:nvSpPr>
        <p:spPr>
          <a:xfrm>
            <a:off x="34636" y="6626945"/>
            <a:ext cx="8118764" cy="249385"/>
          </a:xfrm>
        </p:spPr>
        <p:txBody>
          <a:bodyPr/>
          <a:lstStyle/>
          <a:p>
            <a:pPr algn="l"/>
            <a:r>
              <a:rPr lang="en-US" sz="800" b="1" dirty="0" smtClean="0">
                <a:solidFill>
                  <a:schemeClr val="bg1"/>
                </a:solidFill>
              </a:rPr>
              <a:t>© 2013 Cengage Learning. All Rights Reserved. </a:t>
            </a:r>
            <a:endParaRPr lang="en-US" sz="800" b="1" dirty="0">
              <a:solidFill>
                <a:schemeClr val="bg1"/>
              </a:solidFill>
            </a:endParaRPr>
          </a:p>
        </p:txBody>
      </p:sp>
      <p:sp>
        <p:nvSpPr>
          <p:cNvPr id="8" name="Slide Number Placeholder 7"/>
          <p:cNvSpPr>
            <a:spLocks noGrp="1"/>
          </p:cNvSpPr>
          <p:nvPr>
            <p:ph type="sldNum" sz="quarter" idx="12"/>
          </p:nvPr>
        </p:nvSpPr>
        <p:spPr>
          <a:xfrm>
            <a:off x="8534400" y="6638280"/>
            <a:ext cx="586906" cy="226714"/>
          </a:xfrm>
        </p:spPr>
        <p:txBody>
          <a:bodyPr/>
          <a:lstStyle/>
          <a:p>
            <a:fld id="{2A7F9223-B69B-4AA9-B6C4-9B69EF94F2BD}" type="slidenum">
              <a:rPr lang="en-US" sz="800" smtClean="0">
                <a:solidFill>
                  <a:schemeClr val="accent1"/>
                </a:solidFill>
              </a:rPr>
              <a:pPr/>
              <a:t>30</a:t>
            </a:fld>
            <a:endParaRPr lang="en-US" sz="800" dirty="0">
              <a:solidFill>
                <a:schemeClr val="accent1"/>
              </a:solidFill>
            </a:endParaRPr>
          </a:p>
        </p:txBody>
      </p:sp>
    </p:spTree>
    <p:extLst>
      <p:ext uri="{BB962C8B-B14F-4D97-AF65-F5344CB8AC3E}">
        <p14:creationId xmlns:p14="http://schemas.microsoft.com/office/powerpoint/2010/main" val="3293021245"/>
      </p:ext>
    </p:extLst>
  </p:cSld>
  <p:clrMapOvr>
    <a:masterClrMapping/>
  </p:clrMapOvr>
  <p:transition spd="slow">
    <p:fade/>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1066800" y="152400"/>
            <a:ext cx="7938052" cy="6477000"/>
          </a:xfrm>
          <a:prstGeom prst="rect">
            <a:avLst/>
          </a:prstGeom>
          <a:solidFill>
            <a:schemeClr val="bg1"/>
          </a:solidFill>
          <a:ln w="38100" cap="rnd">
            <a:noFill/>
            <a:round/>
          </a:ln>
          <a:effectLst>
            <a:outerShdw blurRad="88900" dist="889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400" y="152400"/>
            <a:ext cx="914400" cy="6477000"/>
          </a:xfrm>
          <a:prstGeom prst="rect">
            <a:avLst/>
          </a:prstGeom>
        </p:spPr>
      </p:pic>
      <p:sp>
        <p:nvSpPr>
          <p:cNvPr id="2" name="Title 1"/>
          <p:cNvSpPr>
            <a:spLocks noGrp="1"/>
          </p:cNvSpPr>
          <p:nvPr>
            <p:ph type="ctrTitle"/>
          </p:nvPr>
        </p:nvSpPr>
        <p:spPr>
          <a:xfrm>
            <a:off x="1295401" y="406401"/>
            <a:ext cx="7467600" cy="835502"/>
          </a:xfrm>
        </p:spPr>
        <p:txBody>
          <a:bodyPr>
            <a:normAutofit/>
          </a:bodyPr>
          <a:lstStyle/>
          <a:p>
            <a:pPr algn="l"/>
            <a:r>
              <a:rPr lang="en-US" sz="4000" dirty="0" smtClean="0">
                <a:solidFill>
                  <a:schemeClr val="accent3">
                    <a:lumMod val="50000"/>
                  </a:schemeClr>
                </a:solidFill>
                <a:effectLst>
                  <a:outerShdw blurRad="38100" dist="38100" dir="2700000" algn="tl">
                    <a:srgbClr val="000000">
                      <a:alpha val="43137"/>
                    </a:srgbClr>
                  </a:outerShdw>
                </a:effectLst>
                <a:latin typeface="Georgia" pitchFamily="18" charset="0"/>
              </a:rPr>
              <a:t>ROLE OF CITIZEN    </a:t>
            </a:r>
            <a:endParaRPr lang="en-US" sz="4000" dirty="0">
              <a:solidFill>
                <a:schemeClr val="accent3">
                  <a:lumMod val="50000"/>
                </a:schemeClr>
              </a:solidFill>
              <a:effectLst>
                <a:outerShdw blurRad="38100" dist="38100" dir="2700000" algn="tl">
                  <a:srgbClr val="000000">
                    <a:alpha val="43137"/>
                  </a:srgbClr>
                </a:outerShdw>
              </a:effectLst>
              <a:latin typeface="Georgia" pitchFamily="18" charset="0"/>
            </a:endParaRPr>
          </a:p>
        </p:txBody>
      </p:sp>
      <p:sp>
        <p:nvSpPr>
          <p:cNvPr id="3" name="Subtitle 2"/>
          <p:cNvSpPr>
            <a:spLocks noGrp="1"/>
          </p:cNvSpPr>
          <p:nvPr>
            <p:ph type="subTitle" idx="1"/>
          </p:nvPr>
        </p:nvSpPr>
        <p:spPr>
          <a:xfrm>
            <a:off x="1295401" y="824152"/>
            <a:ext cx="7467600" cy="4430762"/>
          </a:xfrm>
        </p:spPr>
        <p:txBody>
          <a:bodyPr anchor="ctr">
            <a:normAutofit/>
          </a:bodyPr>
          <a:lstStyle/>
          <a:p>
            <a:pPr algn="l">
              <a:lnSpc>
                <a:spcPct val="80000"/>
              </a:lnSpc>
            </a:pPr>
            <a:r>
              <a:rPr lang="en-US" sz="2400" dirty="0" smtClean="0">
                <a:solidFill>
                  <a:schemeClr val="tx1"/>
                </a:solidFill>
              </a:rPr>
              <a:t>What is the role of </a:t>
            </a:r>
            <a:r>
              <a:rPr lang="en-US" sz="2400" b="1" dirty="0" smtClean="0">
                <a:solidFill>
                  <a:schemeClr val="tx1"/>
                </a:solidFill>
              </a:rPr>
              <a:t>CITIZEN</a:t>
            </a:r>
            <a:r>
              <a:rPr lang="en-US" sz="2400" dirty="0" smtClean="0">
                <a:solidFill>
                  <a:schemeClr val="tx1"/>
                </a:solidFill>
              </a:rPr>
              <a:t> as</a:t>
            </a:r>
          </a:p>
          <a:p>
            <a:pPr algn="l">
              <a:lnSpc>
                <a:spcPct val="80000"/>
              </a:lnSpc>
            </a:pPr>
            <a:r>
              <a:rPr lang="en-US" sz="2400" dirty="0" smtClean="0">
                <a:solidFill>
                  <a:schemeClr val="tx1"/>
                </a:solidFill>
              </a:rPr>
              <a:t>an individual and as a member</a:t>
            </a:r>
          </a:p>
          <a:p>
            <a:pPr algn="l">
              <a:lnSpc>
                <a:spcPct val="80000"/>
              </a:lnSpc>
            </a:pPr>
            <a:r>
              <a:rPr lang="en-US" sz="2400" dirty="0" smtClean="0">
                <a:solidFill>
                  <a:schemeClr val="tx1"/>
                </a:solidFill>
              </a:rPr>
              <a:t>of the community in creating </a:t>
            </a:r>
          </a:p>
          <a:p>
            <a:pPr algn="l">
              <a:lnSpc>
                <a:spcPct val="80000"/>
              </a:lnSpc>
            </a:pPr>
            <a:r>
              <a:rPr lang="en-US" sz="2400" dirty="0" smtClean="0">
                <a:solidFill>
                  <a:schemeClr val="tx1"/>
                </a:solidFill>
              </a:rPr>
              <a:t>a just society? </a:t>
            </a:r>
            <a:endParaRPr lang="en-US" sz="2400" b="1" dirty="0">
              <a:solidFill>
                <a:schemeClr val="tx1"/>
              </a:solidFill>
            </a:endParaRPr>
          </a:p>
        </p:txBody>
      </p:sp>
      <p:sp>
        <p:nvSpPr>
          <p:cNvPr id="7" name="Footer Placeholder 6"/>
          <p:cNvSpPr>
            <a:spLocks noGrp="1"/>
          </p:cNvSpPr>
          <p:nvPr>
            <p:ph type="ftr" sz="quarter" idx="11"/>
          </p:nvPr>
        </p:nvSpPr>
        <p:spPr>
          <a:xfrm>
            <a:off x="34636" y="6626945"/>
            <a:ext cx="8118764" cy="249385"/>
          </a:xfrm>
        </p:spPr>
        <p:txBody>
          <a:bodyPr/>
          <a:lstStyle/>
          <a:p>
            <a:pPr algn="l"/>
            <a:r>
              <a:rPr lang="en-US" sz="800" b="1" dirty="0" smtClean="0">
                <a:solidFill>
                  <a:schemeClr val="bg1"/>
                </a:solidFill>
              </a:rPr>
              <a:t>© 2013 Cengage Learning. All Rights Reserved. </a:t>
            </a:r>
            <a:endParaRPr lang="en-US" sz="800" b="1" dirty="0">
              <a:solidFill>
                <a:schemeClr val="bg1"/>
              </a:solidFill>
            </a:endParaRPr>
          </a:p>
        </p:txBody>
      </p:sp>
      <p:sp>
        <p:nvSpPr>
          <p:cNvPr id="8" name="Slide Number Placeholder 7"/>
          <p:cNvSpPr>
            <a:spLocks noGrp="1"/>
          </p:cNvSpPr>
          <p:nvPr>
            <p:ph type="sldNum" sz="quarter" idx="12"/>
          </p:nvPr>
        </p:nvSpPr>
        <p:spPr>
          <a:xfrm>
            <a:off x="8534400" y="6638280"/>
            <a:ext cx="586906" cy="226714"/>
          </a:xfrm>
        </p:spPr>
        <p:txBody>
          <a:bodyPr/>
          <a:lstStyle/>
          <a:p>
            <a:fld id="{2A7F9223-B69B-4AA9-B6C4-9B69EF94F2BD}" type="slidenum">
              <a:rPr lang="en-US" sz="800" smtClean="0">
                <a:solidFill>
                  <a:schemeClr val="accent1"/>
                </a:solidFill>
              </a:rPr>
              <a:pPr/>
              <a:t>31</a:t>
            </a:fld>
            <a:endParaRPr lang="en-US" sz="800" dirty="0">
              <a:solidFill>
                <a:schemeClr val="accent1"/>
              </a:solidFill>
            </a:endParaRPr>
          </a:p>
        </p:txBody>
      </p:sp>
      <p:pic>
        <p:nvPicPr>
          <p:cNvPr id="5" name="Picture 4"/>
          <p:cNvPicPr>
            <a:picLocks noChangeAspect="1"/>
          </p:cNvPicPr>
          <p:nvPr/>
        </p:nvPicPr>
        <p:blipFill>
          <a:blip r:embed="rId4"/>
          <a:stretch>
            <a:fillRect/>
          </a:stretch>
        </p:blipFill>
        <p:spPr>
          <a:xfrm>
            <a:off x="3397827" y="3789215"/>
            <a:ext cx="5143500" cy="2590800"/>
          </a:xfrm>
          <a:prstGeom prst="rect">
            <a:avLst/>
          </a:prstGeom>
        </p:spPr>
      </p:pic>
    </p:spTree>
    <p:extLst>
      <p:ext uri="{BB962C8B-B14F-4D97-AF65-F5344CB8AC3E}">
        <p14:creationId xmlns:p14="http://schemas.microsoft.com/office/powerpoint/2010/main" val="2314373652"/>
      </p:ext>
    </p:extLst>
  </p:cSld>
  <p:clrMapOvr>
    <a:masterClrMapping/>
  </p:clrMapOvr>
  <p:transition spd="slow">
    <p:fade/>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1066800" y="152400"/>
            <a:ext cx="7938052" cy="6477000"/>
          </a:xfrm>
          <a:prstGeom prst="rect">
            <a:avLst/>
          </a:prstGeom>
          <a:solidFill>
            <a:schemeClr val="bg1"/>
          </a:solidFill>
          <a:ln w="38100" cap="rnd">
            <a:noFill/>
            <a:round/>
          </a:ln>
          <a:effectLst>
            <a:outerShdw blurRad="88900" dist="889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400" y="152400"/>
            <a:ext cx="914400" cy="6477000"/>
          </a:xfrm>
          <a:prstGeom prst="rect">
            <a:avLst/>
          </a:prstGeom>
        </p:spPr>
      </p:pic>
      <p:sp>
        <p:nvSpPr>
          <p:cNvPr id="2" name="Title 1"/>
          <p:cNvSpPr>
            <a:spLocks noGrp="1"/>
          </p:cNvSpPr>
          <p:nvPr>
            <p:ph type="ctrTitle"/>
          </p:nvPr>
        </p:nvSpPr>
        <p:spPr>
          <a:xfrm>
            <a:off x="1295401" y="406401"/>
            <a:ext cx="7467600" cy="835502"/>
          </a:xfrm>
        </p:spPr>
        <p:txBody>
          <a:bodyPr>
            <a:normAutofit/>
          </a:bodyPr>
          <a:lstStyle/>
          <a:p>
            <a:pPr algn="l"/>
            <a:r>
              <a:rPr lang="en-US" sz="4000" dirty="0" smtClean="0">
                <a:solidFill>
                  <a:schemeClr val="accent3">
                    <a:lumMod val="50000"/>
                  </a:schemeClr>
                </a:solidFill>
                <a:effectLst>
                  <a:outerShdw blurRad="38100" dist="38100" dir="2700000" algn="tl">
                    <a:srgbClr val="000000">
                      <a:alpha val="43137"/>
                    </a:srgbClr>
                  </a:outerShdw>
                </a:effectLst>
                <a:latin typeface="Georgia" pitchFamily="18" charset="0"/>
              </a:rPr>
              <a:t>ROLE OF CITIZEN    </a:t>
            </a:r>
            <a:endParaRPr lang="en-US" sz="4000" dirty="0">
              <a:solidFill>
                <a:schemeClr val="accent3">
                  <a:lumMod val="50000"/>
                </a:schemeClr>
              </a:solidFill>
              <a:effectLst>
                <a:outerShdw blurRad="38100" dist="38100" dir="2700000" algn="tl">
                  <a:srgbClr val="000000">
                    <a:alpha val="43137"/>
                  </a:srgbClr>
                </a:outerShdw>
              </a:effectLst>
              <a:latin typeface="Georgia" pitchFamily="18" charset="0"/>
            </a:endParaRPr>
          </a:p>
        </p:txBody>
      </p:sp>
      <p:sp>
        <p:nvSpPr>
          <p:cNvPr id="3" name="Subtitle 2"/>
          <p:cNvSpPr>
            <a:spLocks noGrp="1"/>
          </p:cNvSpPr>
          <p:nvPr>
            <p:ph type="subTitle" idx="1"/>
          </p:nvPr>
        </p:nvSpPr>
        <p:spPr>
          <a:xfrm>
            <a:off x="1295401" y="824152"/>
            <a:ext cx="7467600" cy="4430762"/>
          </a:xfrm>
        </p:spPr>
        <p:txBody>
          <a:bodyPr anchor="ctr">
            <a:normAutofit/>
          </a:bodyPr>
          <a:lstStyle/>
          <a:p>
            <a:pPr algn="l">
              <a:lnSpc>
                <a:spcPct val="80000"/>
              </a:lnSpc>
            </a:pPr>
            <a:endParaRPr lang="en-US" sz="2400" dirty="0" smtClean="0">
              <a:solidFill>
                <a:schemeClr val="tx1"/>
              </a:solidFill>
            </a:endParaRPr>
          </a:p>
          <a:p>
            <a:pPr algn="l">
              <a:lnSpc>
                <a:spcPct val="80000"/>
              </a:lnSpc>
            </a:pPr>
            <a:r>
              <a:rPr lang="en-US" sz="2400" dirty="0" smtClean="0">
                <a:solidFill>
                  <a:schemeClr val="tx1"/>
                </a:solidFill>
              </a:rPr>
              <a:t>Collective right and responsibility </a:t>
            </a:r>
          </a:p>
          <a:p>
            <a:pPr algn="l">
              <a:lnSpc>
                <a:spcPct val="80000"/>
              </a:lnSpc>
            </a:pPr>
            <a:r>
              <a:rPr lang="en-US" sz="2400" dirty="0">
                <a:solidFill>
                  <a:schemeClr val="tx1"/>
                </a:solidFill>
              </a:rPr>
              <a:t>t</a:t>
            </a:r>
            <a:r>
              <a:rPr lang="en-US" sz="2400" dirty="0" smtClean="0">
                <a:solidFill>
                  <a:schemeClr val="tx1"/>
                </a:solidFill>
              </a:rPr>
              <a:t>o choose government, political </a:t>
            </a:r>
          </a:p>
          <a:p>
            <a:pPr algn="l">
              <a:lnSpc>
                <a:spcPct val="80000"/>
              </a:lnSpc>
            </a:pPr>
            <a:r>
              <a:rPr lang="en-US" sz="2400" dirty="0">
                <a:solidFill>
                  <a:schemeClr val="tx1"/>
                </a:solidFill>
              </a:rPr>
              <a:t>a</a:t>
            </a:r>
            <a:r>
              <a:rPr lang="en-US" sz="2400" dirty="0" smtClean="0">
                <a:solidFill>
                  <a:schemeClr val="tx1"/>
                </a:solidFill>
              </a:rPr>
              <a:t>nd electoral systems.  </a:t>
            </a:r>
          </a:p>
          <a:p>
            <a:pPr algn="l">
              <a:lnSpc>
                <a:spcPct val="80000"/>
              </a:lnSpc>
            </a:pPr>
            <a:endParaRPr lang="en-US" sz="2400" b="1" dirty="0">
              <a:solidFill>
                <a:schemeClr val="tx1"/>
              </a:solidFill>
            </a:endParaRPr>
          </a:p>
          <a:p>
            <a:pPr algn="l">
              <a:lnSpc>
                <a:spcPct val="80000"/>
              </a:lnSpc>
            </a:pPr>
            <a:r>
              <a:rPr lang="en-US" sz="2400" dirty="0" smtClean="0">
                <a:solidFill>
                  <a:schemeClr val="tx1"/>
                </a:solidFill>
              </a:rPr>
              <a:t>Express and bring to light any </a:t>
            </a:r>
          </a:p>
          <a:p>
            <a:pPr algn="l">
              <a:lnSpc>
                <a:spcPct val="80000"/>
              </a:lnSpc>
            </a:pPr>
            <a:r>
              <a:rPr lang="en-US" sz="2400" dirty="0">
                <a:solidFill>
                  <a:schemeClr val="tx1"/>
                </a:solidFill>
              </a:rPr>
              <a:t>i</a:t>
            </a:r>
            <a:r>
              <a:rPr lang="en-US" sz="2400" dirty="0" smtClean="0">
                <a:solidFill>
                  <a:schemeClr val="tx1"/>
                </a:solidFill>
              </a:rPr>
              <a:t>nstances of injustice witnessed. </a:t>
            </a:r>
          </a:p>
          <a:p>
            <a:pPr algn="l">
              <a:lnSpc>
                <a:spcPct val="80000"/>
              </a:lnSpc>
            </a:pPr>
            <a:endParaRPr lang="en-US" sz="2400" dirty="0">
              <a:solidFill>
                <a:schemeClr val="tx1"/>
              </a:solidFill>
            </a:endParaRPr>
          </a:p>
          <a:p>
            <a:pPr algn="l">
              <a:lnSpc>
                <a:spcPct val="80000"/>
              </a:lnSpc>
            </a:pPr>
            <a:r>
              <a:rPr lang="en-US" sz="2400" dirty="0" smtClean="0">
                <a:solidFill>
                  <a:schemeClr val="tx1"/>
                </a:solidFill>
              </a:rPr>
              <a:t>Contribute towards the development</a:t>
            </a:r>
          </a:p>
          <a:p>
            <a:pPr algn="l">
              <a:lnSpc>
                <a:spcPct val="80000"/>
              </a:lnSpc>
            </a:pPr>
            <a:r>
              <a:rPr lang="en-US" sz="2400" dirty="0">
                <a:solidFill>
                  <a:schemeClr val="tx1"/>
                </a:solidFill>
              </a:rPr>
              <a:t>o</a:t>
            </a:r>
            <a:r>
              <a:rPr lang="en-US" sz="2400" dirty="0" smtClean="0">
                <a:solidFill>
                  <a:schemeClr val="tx1"/>
                </a:solidFill>
              </a:rPr>
              <a:t>f a just society through education, activity,</a:t>
            </a:r>
          </a:p>
          <a:p>
            <a:pPr algn="l">
              <a:lnSpc>
                <a:spcPct val="80000"/>
              </a:lnSpc>
            </a:pPr>
            <a:r>
              <a:rPr lang="en-US" sz="2400" dirty="0">
                <a:solidFill>
                  <a:schemeClr val="tx1"/>
                </a:solidFill>
              </a:rPr>
              <a:t>a</a:t>
            </a:r>
            <a:r>
              <a:rPr lang="en-US" sz="2400" dirty="0" smtClean="0">
                <a:solidFill>
                  <a:schemeClr val="tx1"/>
                </a:solidFill>
              </a:rPr>
              <a:t>wareness and shared responsibility. </a:t>
            </a:r>
            <a:endParaRPr lang="en-US" sz="2400" dirty="0">
              <a:solidFill>
                <a:schemeClr val="tx1"/>
              </a:solidFill>
            </a:endParaRPr>
          </a:p>
        </p:txBody>
      </p:sp>
      <p:sp>
        <p:nvSpPr>
          <p:cNvPr id="7" name="Footer Placeholder 6"/>
          <p:cNvSpPr>
            <a:spLocks noGrp="1"/>
          </p:cNvSpPr>
          <p:nvPr>
            <p:ph type="ftr" sz="quarter" idx="11"/>
          </p:nvPr>
        </p:nvSpPr>
        <p:spPr>
          <a:xfrm>
            <a:off x="34636" y="6626945"/>
            <a:ext cx="8118764" cy="249385"/>
          </a:xfrm>
        </p:spPr>
        <p:txBody>
          <a:bodyPr/>
          <a:lstStyle/>
          <a:p>
            <a:pPr algn="l"/>
            <a:r>
              <a:rPr lang="en-US" sz="800" b="1" dirty="0" smtClean="0">
                <a:solidFill>
                  <a:schemeClr val="bg1"/>
                </a:solidFill>
              </a:rPr>
              <a:t>© 2013 Cengage Learning. All Rights Reserved. </a:t>
            </a:r>
            <a:endParaRPr lang="en-US" sz="800" b="1" dirty="0">
              <a:solidFill>
                <a:schemeClr val="bg1"/>
              </a:solidFill>
            </a:endParaRPr>
          </a:p>
        </p:txBody>
      </p:sp>
      <p:sp>
        <p:nvSpPr>
          <p:cNvPr id="8" name="Slide Number Placeholder 7"/>
          <p:cNvSpPr>
            <a:spLocks noGrp="1"/>
          </p:cNvSpPr>
          <p:nvPr>
            <p:ph type="sldNum" sz="quarter" idx="12"/>
          </p:nvPr>
        </p:nvSpPr>
        <p:spPr>
          <a:xfrm>
            <a:off x="8534400" y="6638280"/>
            <a:ext cx="586906" cy="226714"/>
          </a:xfrm>
        </p:spPr>
        <p:txBody>
          <a:bodyPr/>
          <a:lstStyle/>
          <a:p>
            <a:fld id="{2A7F9223-B69B-4AA9-B6C4-9B69EF94F2BD}" type="slidenum">
              <a:rPr lang="en-US" sz="800" smtClean="0">
                <a:solidFill>
                  <a:schemeClr val="accent1"/>
                </a:solidFill>
              </a:rPr>
              <a:pPr/>
              <a:t>32</a:t>
            </a:fld>
            <a:endParaRPr lang="en-US" sz="800" dirty="0">
              <a:solidFill>
                <a:schemeClr val="accent1"/>
              </a:solidFill>
            </a:endParaRPr>
          </a:p>
        </p:txBody>
      </p:sp>
      <p:pic>
        <p:nvPicPr>
          <p:cNvPr id="4" name="Picture 3"/>
          <p:cNvPicPr>
            <a:picLocks noChangeAspect="1"/>
          </p:cNvPicPr>
          <p:nvPr/>
        </p:nvPicPr>
        <p:blipFill>
          <a:blip r:embed="rId4"/>
          <a:stretch>
            <a:fillRect/>
          </a:stretch>
        </p:blipFill>
        <p:spPr>
          <a:xfrm>
            <a:off x="6248400" y="1659655"/>
            <a:ext cx="2514601" cy="2549482"/>
          </a:xfrm>
          <a:prstGeom prst="rect">
            <a:avLst/>
          </a:prstGeom>
        </p:spPr>
      </p:pic>
    </p:spTree>
    <p:extLst>
      <p:ext uri="{BB962C8B-B14F-4D97-AF65-F5344CB8AC3E}">
        <p14:creationId xmlns:p14="http://schemas.microsoft.com/office/powerpoint/2010/main" val="2848650868"/>
      </p:ext>
    </p:extLst>
  </p:cSld>
  <p:clrMapOvr>
    <a:masterClrMapping/>
  </p:clrMapOvr>
  <p:transition spd="slow">
    <p:fade/>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1066800" y="152400"/>
            <a:ext cx="7938052" cy="6477000"/>
          </a:xfrm>
          <a:prstGeom prst="rect">
            <a:avLst/>
          </a:prstGeom>
          <a:solidFill>
            <a:schemeClr val="bg1"/>
          </a:solidFill>
          <a:ln w="38100" cap="rnd">
            <a:noFill/>
            <a:round/>
          </a:ln>
          <a:effectLst>
            <a:outerShdw blurRad="88900" dist="889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400" y="152400"/>
            <a:ext cx="914400" cy="6477000"/>
          </a:xfrm>
          <a:prstGeom prst="rect">
            <a:avLst/>
          </a:prstGeom>
        </p:spPr>
      </p:pic>
      <p:sp>
        <p:nvSpPr>
          <p:cNvPr id="2" name="Title 1"/>
          <p:cNvSpPr>
            <a:spLocks noGrp="1"/>
          </p:cNvSpPr>
          <p:nvPr>
            <p:ph type="ctrTitle"/>
          </p:nvPr>
        </p:nvSpPr>
        <p:spPr>
          <a:xfrm>
            <a:off x="1295401" y="406401"/>
            <a:ext cx="7467600" cy="835502"/>
          </a:xfrm>
        </p:spPr>
        <p:txBody>
          <a:bodyPr>
            <a:normAutofit fontScale="90000"/>
          </a:bodyPr>
          <a:lstStyle/>
          <a:p>
            <a:pPr algn="l"/>
            <a:r>
              <a:rPr lang="en-US" sz="3600" dirty="0" smtClean="0">
                <a:solidFill>
                  <a:schemeClr val="accent3">
                    <a:lumMod val="50000"/>
                  </a:schemeClr>
                </a:solidFill>
                <a:effectLst>
                  <a:outerShdw blurRad="38100" dist="38100" dir="2700000" algn="tl">
                    <a:srgbClr val="000000">
                      <a:alpha val="43137"/>
                    </a:srgbClr>
                  </a:outerShdw>
                </a:effectLst>
                <a:latin typeface="Georgia" pitchFamily="18" charset="0"/>
              </a:rPr>
              <a:t>IMPORTANCE OF A JUST SOCIETY </a:t>
            </a:r>
            <a:endParaRPr lang="en-US" sz="3600" dirty="0">
              <a:solidFill>
                <a:schemeClr val="accent3">
                  <a:lumMod val="50000"/>
                </a:schemeClr>
              </a:solidFill>
              <a:effectLst>
                <a:outerShdw blurRad="38100" dist="38100" dir="2700000" algn="tl">
                  <a:srgbClr val="000000">
                    <a:alpha val="43137"/>
                  </a:srgbClr>
                </a:outerShdw>
              </a:effectLst>
              <a:latin typeface="Georgia" pitchFamily="18" charset="0"/>
            </a:endParaRPr>
          </a:p>
        </p:txBody>
      </p:sp>
      <p:sp>
        <p:nvSpPr>
          <p:cNvPr id="3" name="Subtitle 2"/>
          <p:cNvSpPr>
            <a:spLocks noGrp="1"/>
          </p:cNvSpPr>
          <p:nvPr>
            <p:ph type="subTitle" idx="1"/>
          </p:nvPr>
        </p:nvSpPr>
        <p:spPr>
          <a:xfrm>
            <a:off x="1302026" y="1066800"/>
            <a:ext cx="7467600" cy="5088466"/>
          </a:xfrm>
        </p:spPr>
        <p:txBody>
          <a:bodyPr anchor="ctr">
            <a:normAutofit/>
          </a:bodyPr>
          <a:lstStyle/>
          <a:p>
            <a:pPr algn="l"/>
            <a:r>
              <a:rPr lang="en-US" sz="2800" dirty="0" smtClean="0">
                <a:solidFill>
                  <a:schemeClr val="tx1"/>
                </a:solidFill>
              </a:rPr>
              <a:t>Justice signifies order in society. </a:t>
            </a:r>
          </a:p>
          <a:p>
            <a:pPr algn="l"/>
            <a:endParaRPr lang="en-US" sz="2800" dirty="0">
              <a:solidFill>
                <a:schemeClr val="tx1"/>
              </a:solidFill>
            </a:endParaRPr>
          </a:p>
          <a:p>
            <a:pPr algn="l"/>
            <a:r>
              <a:rPr lang="en-US" sz="2800" dirty="0" smtClean="0">
                <a:solidFill>
                  <a:schemeClr val="tx1"/>
                </a:solidFill>
              </a:rPr>
              <a:t>Justice is about fair and </a:t>
            </a:r>
          </a:p>
          <a:p>
            <a:pPr algn="l"/>
            <a:r>
              <a:rPr lang="en-US" sz="2800" dirty="0" smtClean="0">
                <a:solidFill>
                  <a:schemeClr val="tx1"/>
                </a:solidFill>
              </a:rPr>
              <a:t>common law, order, </a:t>
            </a:r>
          </a:p>
          <a:p>
            <a:pPr algn="l"/>
            <a:r>
              <a:rPr lang="en-US" sz="2800" dirty="0" smtClean="0">
                <a:solidFill>
                  <a:schemeClr val="tx1"/>
                </a:solidFill>
              </a:rPr>
              <a:t>political system, social </a:t>
            </a:r>
          </a:p>
          <a:p>
            <a:pPr algn="l"/>
            <a:r>
              <a:rPr lang="en-US" sz="2800" dirty="0" smtClean="0">
                <a:solidFill>
                  <a:schemeClr val="tx1"/>
                </a:solidFill>
              </a:rPr>
              <a:t>organization and personal </a:t>
            </a:r>
          </a:p>
          <a:p>
            <a:pPr algn="l"/>
            <a:r>
              <a:rPr lang="en-US" sz="2800" dirty="0" smtClean="0">
                <a:solidFill>
                  <a:schemeClr val="tx1"/>
                </a:solidFill>
              </a:rPr>
              <a:t>and political freedom. </a:t>
            </a:r>
            <a:endParaRPr lang="en-US" sz="2800" dirty="0">
              <a:solidFill>
                <a:schemeClr val="tx1"/>
              </a:solidFill>
            </a:endParaRPr>
          </a:p>
          <a:p>
            <a:pPr algn="l"/>
            <a:endParaRPr lang="en-US" dirty="0">
              <a:solidFill>
                <a:schemeClr val="tx1"/>
              </a:solidFill>
            </a:endParaRPr>
          </a:p>
        </p:txBody>
      </p:sp>
      <p:sp>
        <p:nvSpPr>
          <p:cNvPr id="7" name="Footer Placeholder 6"/>
          <p:cNvSpPr>
            <a:spLocks noGrp="1"/>
          </p:cNvSpPr>
          <p:nvPr>
            <p:ph type="ftr" sz="quarter" idx="11"/>
          </p:nvPr>
        </p:nvSpPr>
        <p:spPr>
          <a:xfrm>
            <a:off x="34636" y="6626945"/>
            <a:ext cx="8118764" cy="249385"/>
          </a:xfrm>
        </p:spPr>
        <p:txBody>
          <a:bodyPr/>
          <a:lstStyle/>
          <a:p>
            <a:pPr algn="l"/>
            <a:r>
              <a:rPr lang="en-US" sz="800" b="1" dirty="0" smtClean="0">
                <a:solidFill>
                  <a:schemeClr val="bg1"/>
                </a:solidFill>
              </a:rPr>
              <a:t>© 2013 Cengage Learning. All Rights Reserved. </a:t>
            </a:r>
            <a:endParaRPr lang="en-US" sz="800" b="1" dirty="0">
              <a:solidFill>
                <a:schemeClr val="bg1"/>
              </a:solidFill>
            </a:endParaRPr>
          </a:p>
        </p:txBody>
      </p:sp>
      <p:sp>
        <p:nvSpPr>
          <p:cNvPr id="8" name="Slide Number Placeholder 7"/>
          <p:cNvSpPr>
            <a:spLocks noGrp="1"/>
          </p:cNvSpPr>
          <p:nvPr>
            <p:ph type="sldNum" sz="quarter" idx="12"/>
          </p:nvPr>
        </p:nvSpPr>
        <p:spPr>
          <a:xfrm>
            <a:off x="8534400" y="6638280"/>
            <a:ext cx="586906" cy="226714"/>
          </a:xfrm>
        </p:spPr>
        <p:txBody>
          <a:bodyPr/>
          <a:lstStyle/>
          <a:p>
            <a:fld id="{2A7F9223-B69B-4AA9-B6C4-9B69EF94F2BD}" type="slidenum">
              <a:rPr lang="en-US" sz="800" smtClean="0">
                <a:solidFill>
                  <a:schemeClr val="accent1"/>
                </a:solidFill>
              </a:rPr>
              <a:pPr/>
              <a:t>33</a:t>
            </a:fld>
            <a:endParaRPr lang="en-US" sz="800" dirty="0">
              <a:solidFill>
                <a:schemeClr val="accent1"/>
              </a:solidFill>
            </a:endParaRPr>
          </a:p>
        </p:txBody>
      </p:sp>
      <p:pic>
        <p:nvPicPr>
          <p:cNvPr id="4" name="Picture 3"/>
          <p:cNvPicPr>
            <a:picLocks noChangeAspect="1"/>
          </p:cNvPicPr>
          <p:nvPr/>
        </p:nvPicPr>
        <p:blipFill>
          <a:blip r:embed="rId4"/>
          <a:stretch>
            <a:fillRect/>
          </a:stretch>
        </p:blipFill>
        <p:spPr>
          <a:xfrm>
            <a:off x="5218128" y="2918306"/>
            <a:ext cx="3595870" cy="1747593"/>
          </a:xfrm>
          <a:prstGeom prst="rect">
            <a:avLst/>
          </a:prstGeom>
        </p:spPr>
      </p:pic>
    </p:spTree>
    <p:extLst>
      <p:ext uri="{BB962C8B-B14F-4D97-AF65-F5344CB8AC3E}">
        <p14:creationId xmlns:p14="http://schemas.microsoft.com/office/powerpoint/2010/main" val="3193919177"/>
      </p:ext>
    </p:extLst>
  </p:cSld>
  <p:clrMapOvr>
    <a:masterClrMapping/>
  </p:clrMapOvr>
  <p:transition spd="slow">
    <p:fade/>
  </p:transition>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1722</TotalTime>
  <Words>1313</Words>
  <Application>Microsoft Office PowerPoint</Application>
  <PresentationFormat>On-screen Show (4:3)</PresentationFormat>
  <Paragraphs>323</Paragraphs>
  <Slides>33</Slides>
  <Notes>33</Notes>
  <HiddenSlides>0</HiddenSlides>
  <MMClips>0</MMClips>
  <ScaleCrop>false</ScaleCrop>
  <HeadingPairs>
    <vt:vector size="4" baseType="variant">
      <vt:variant>
        <vt:lpstr>Theme</vt:lpstr>
      </vt:variant>
      <vt:variant>
        <vt:i4>1</vt:i4>
      </vt:variant>
      <vt:variant>
        <vt:lpstr>Slide Titles</vt:lpstr>
      </vt:variant>
      <vt:variant>
        <vt:i4>33</vt:i4>
      </vt:variant>
    </vt:vector>
  </HeadingPairs>
  <TitlesOfParts>
    <vt:vector size="34" baseType="lpstr">
      <vt:lpstr>Office Theme</vt:lpstr>
      <vt:lpstr>PowerPoint Presentation</vt:lpstr>
      <vt:lpstr>PowerPoint Presentation</vt:lpstr>
      <vt:lpstr>PowerPoint Presentation</vt:lpstr>
      <vt:lpstr>PowerPoint Presentation</vt:lpstr>
      <vt:lpstr>PowerPoint Presentation</vt:lpstr>
      <vt:lpstr>PowerPoint Presentation</vt:lpstr>
      <vt:lpstr> DISTRIBUTIVE JUSTICE  </vt:lpstr>
      <vt:lpstr>PowerPoint Presentation</vt:lpstr>
      <vt:lpstr>PowerPoint Presentation</vt:lpstr>
      <vt:lpstr>PowerPoint Presentation</vt:lpstr>
      <vt:lpstr>PowerPoint Presentation</vt:lpstr>
      <vt:lpstr>FORMAL JUSTICE</vt:lpstr>
      <vt:lpstr>JUSTICE OR NOT?</vt:lpstr>
      <vt:lpstr>JUSTICE OR NOT?</vt:lpstr>
      <vt:lpstr>JUSTICE OR NOT?</vt:lpstr>
      <vt:lpstr>Activity: </vt:lpstr>
      <vt:lpstr>KINDS OF JUSTICE </vt:lpstr>
      <vt:lpstr>SOCIETY AND THE BOMB </vt:lpstr>
      <vt:lpstr>SOCIETY AND THE BOMB</vt:lpstr>
      <vt:lpstr>THEORIES OF JUSTICE </vt:lpstr>
      <vt:lpstr>JUSTICE AS MERIT - PLATO </vt:lpstr>
      <vt:lpstr>JUSTICE AS MERIT - ARISTOTLE</vt:lpstr>
      <vt:lpstr>Activity:</vt:lpstr>
      <vt:lpstr>JUSTICE AS EQUALITY </vt:lpstr>
      <vt:lpstr>PowerPoint Presentation</vt:lpstr>
      <vt:lpstr>STRICT EGALITARIANISM </vt:lpstr>
      <vt:lpstr>JUSTICE AS SOCIAL UTILITY </vt:lpstr>
      <vt:lpstr>JUSTICE BASED ON NEED AND ABILITY  </vt:lpstr>
      <vt:lpstr>JUSTICE BASED ON LIBERTY </vt:lpstr>
      <vt:lpstr>Distributive Justice ; Summary </vt:lpstr>
      <vt:lpstr>ROLE OF CITIZEN    </vt:lpstr>
      <vt:lpstr>ROLE OF CITIZEN    </vt:lpstr>
      <vt:lpstr>IMPORTANCE OF A JUST SOCIETY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M'Lynn</dc:creator>
  <cp:lastModifiedBy>haroon traders</cp:lastModifiedBy>
  <cp:revision>221</cp:revision>
  <dcterms:created xsi:type="dcterms:W3CDTF">2011-08-11T18:31:05Z</dcterms:created>
  <dcterms:modified xsi:type="dcterms:W3CDTF">2022-08-04T10:00:53Z</dcterms:modified>
</cp:coreProperties>
</file>