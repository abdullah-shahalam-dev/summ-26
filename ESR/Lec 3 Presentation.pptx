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3F8BC-35FE-7CF4-47EC-F0523CC83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AD925-FD91-7E32-8FD0-586EBC77A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448BC-3CA0-F9B1-58C2-14DA71710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56AFC-9934-AA48-A2CA-44A85E8224E8}" type="datetimeFigureOut">
              <a:rPr lang="en-PK" smtClean="0"/>
              <a:t>02/08/2022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60EFE-0453-8509-2818-2CF7684E7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AD0DA-DA41-2077-FEDA-12BB06661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9A70-4134-0749-B2D8-A346FA04ED3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2823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49D3-8691-3373-7FA7-7F7AE6D14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52EDE-6043-A4CC-542F-BD9A856B6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D6283-8B6C-D047-09AA-1B8E77E14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56AFC-9934-AA48-A2CA-44A85E8224E8}" type="datetimeFigureOut">
              <a:rPr lang="en-PK" smtClean="0"/>
              <a:t>02/08/2022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2CB03-7762-129C-FC1C-9E96AED0F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098D4-B261-6207-9859-1E4932977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9A70-4134-0749-B2D8-A346FA04ED3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21117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806B4-D892-0FA8-D36D-B61FB381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C7729-26C9-B8A6-217C-3974A86E8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F49B-82FD-DF93-2B47-FC5DDD942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56AFC-9934-AA48-A2CA-44A85E8224E8}" type="datetimeFigureOut">
              <a:rPr lang="en-PK" smtClean="0"/>
              <a:t>02/08/2022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41DE1-873C-2F06-6411-95A5F8DE6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19AE6-E1CC-9784-2865-30E1C2822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9A70-4134-0749-B2D8-A346FA04ED3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408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E2A89-1FF0-59F1-0B9E-88E1B67FA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39C6B-0D99-BB0F-633E-78BE6C4979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D8148-E736-C820-B672-5BFAC95C9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65244-F031-650B-771D-D1F6955E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56AFC-9934-AA48-A2CA-44A85E8224E8}" type="datetimeFigureOut">
              <a:rPr lang="en-PK" smtClean="0"/>
              <a:t>02/08/2022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BA4AE-33BC-A07E-27B6-3441E1BEF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FD539-82D6-AAC7-9DCC-0BB60DD53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9A70-4134-0749-B2D8-A346FA04ED3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11110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7EDD6-5CC5-C4FF-2340-CBB8FC4AA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AF272-BD4C-CDF4-FD8A-033E9147F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692E1-846C-A177-CE8A-FA8D8D45C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AA952-82C6-5C9A-B4F4-C1392F08B7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3E32C-0AF6-40C6-E46C-BBC10C54F7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6A7E33-4B98-5F88-6724-6DE82EAB3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56AFC-9934-AA48-A2CA-44A85E8224E8}" type="datetimeFigureOut">
              <a:rPr lang="en-PK" smtClean="0"/>
              <a:t>02/08/2022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FEB78-7DF4-B0BB-9D93-6E3681C93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85CDBD-0DF1-4D50-9263-BE81746B8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9A70-4134-0749-B2D8-A346FA04ED3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25651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0F962-A131-F38A-4661-501708F76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B3D84B-BE85-E835-3FF8-6C2774C68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56AFC-9934-AA48-A2CA-44A85E8224E8}" type="datetimeFigureOut">
              <a:rPr lang="en-PK" smtClean="0"/>
              <a:t>02/08/2022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29BAA-E9CD-4AC6-7ABC-B32607FDE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D3F80-3BDF-AC6D-7E0D-EE61C3BCD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9A70-4134-0749-B2D8-A346FA04ED3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8663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26ED81-1F00-D855-86C5-18A936A0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56AFC-9934-AA48-A2CA-44A85E8224E8}" type="datetimeFigureOut">
              <a:rPr lang="en-PK" smtClean="0"/>
              <a:t>02/08/2022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FBC2C7-717A-E9D6-CF4E-AAA4BE7EE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A92DA-223C-8A59-7431-FB2CDE189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9A70-4134-0749-B2D8-A346FA04ED3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7877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4955D-784B-A4CE-40A3-B9F4BB40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C2407-5792-5994-A9FB-9F05964E3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D4F42B-E2FD-1467-E953-9C6860A35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0AE80-553D-1871-32D9-BF417351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56AFC-9934-AA48-A2CA-44A85E8224E8}" type="datetimeFigureOut">
              <a:rPr lang="en-PK" smtClean="0"/>
              <a:t>02/08/2022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96798-70DE-F49D-5A34-7B8EDA779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F60D1D-6B18-1F79-9340-D09BFD910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9A70-4134-0749-B2D8-A346FA04ED3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39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A057E-E94E-52F1-9C8C-32B7E9B40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655215-B3A8-D780-388A-5D090FFD8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FD77F-3D13-0A7C-2F55-CD5DDBEF4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3DA09-D9BD-E8B5-463D-54B40FBD4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56AFC-9934-AA48-A2CA-44A85E8224E8}" type="datetimeFigureOut">
              <a:rPr lang="en-PK" smtClean="0"/>
              <a:t>02/08/2022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3C373-42EB-421D-A829-9F4D40785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C3CA7-A6C9-470E-5F4A-875EB1BC3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9A70-4134-0749-B2D8-A346FA04ED3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1173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ABB4-990C-5C64-B2EA-1F3C352F4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7B986-7B96-B268-0DC8-FEA2A73BC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693A1-7AC8-3D4F-3678-374C4CFAB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56AFC-9934-AA48-A2CA-44A85E8224E8}" type="datetimeFigureOut">
              <a:rPr lang="en-PK" smtClean="0"/>
              <a:t>02/08/2022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15AC0-D915-72AB-D147-4398AAB2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F335-EA63-6AC1-0BBF-F80F6E602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9A70-4134-0749-B2D8-A346FA04ED3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05453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88F721-BD50-EAAA-BB12-3C06D09B7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E28A8-4013-770C-528C-53265BF83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4AF1E-9A6A-B5E0-C790-00F17711A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56AFC-9934-AA48-A2CA-44A85E8224E8}" type="datetimeFigureOut">
              <a:rPr lang="en-PK" smtClean="0"/>
              <a:t>02/08/2022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0E951-4E43-8647-5555-327CB4A5A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2706E-A93D-5EAB-561A-206AB872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9A70-4134-0749-B2D8-A346FA04ED3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747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B6A342-67C1-7A15-B478-73AA84399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00299-306F-88E0-52BB-8BC850D76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39C38-FA06-D94A-A288-3BDABB6F1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56AFC-9934-AA48-A2CA-44A85E8224E8}" type="datetimeFigureOut">
              <a:rPr lang="en-PK" smtClean="0"/>
              <a:t>02/08/2022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EE513-1066-61E2-C113-CE2E1C08AF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BF8D9-AFD3-75EA-BB1B-A919AE55D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E9A70-4134-0749-B2D8-A346FA04ED3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34265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9DFB7-C862-681F-3A64-A9B9BFA1A5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u="sng" dirty="0"/>
              <a:t>Ethics and Social Responsibility </a:t>
            </a:r>
            <a:endParaRPr lang="en-PK" b="1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9C36F2-A312-89D6-C2F0-EDAE39D0D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97514"/>
            <a:ext cx="9144000" cy="1655762"/>
          </a:xfrm>
        </p:spPr>
        <p:txBody>
          <a:bodyPr>
            <a:normAutofit/>
          </a:bodyPr>
          <a:lstStyle/>
          <a:p>
            <a:r>
              <a:rPr lang="en-GB" sz="3900" dirty="0"/>
              <a:t>By Shahnawaz Muhammad Khan</a:t>
            </a:r>
            <a:endParaRPr lang="en-PK" sz="3900" dirty="0"/>
          </a:p>
        </p:txBody>
      </p:sp>
    </p:spTree>
    <p:extLst>
      <p:ext uri="{BB962C8B-B14F-4D97-AF65-F5344CB8AC3E}">
        <p14:creationId xmlns:p14="http://schemas.microsoft.com/office/powerpoint/2010/main" val="3512901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7D842-0BA2-49AB-86A8-468B94839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GB" sz="7000" b="1" dirty="0"/>
              <a:t>LECTURE NO 3</a:t>
            </a:r>
            <a:br>
              <a:rPr lang="en-GB" sz="7000" b="1" dirty="0"/>
            </a:br>
            <a:br>
              <a:rPr lang="en-GB" sz="7000" b="1" dirty="0"/>
            </a:br>
            <a:r>
              <a:rPr lang="en-GB" sz="7000" b="1" dirty="0"/>
              <a:t>“ENVIRONMENTAL ETHICS.”</a:t>
            </a:r>
            <a:endParaRPr lang="en-PK" sz="7000" b="1" dirty="0"/>
          </a:p>
        </p:txBody>
      </p:sp>
    </p:spTree>
    <p:extLst>
      <p:ext uri="{BB962C8B-B14F-4D97-AF65-F5344CB8AC3E}">
        <p14:creationId xmlns:p14="http://schemas.microsoft.com/office/powerpoint/2010/main" val="2066362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68E00-56DF-30E7-9922-4FC45008F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/>
              <a:t>WHAT IS ENVIRONMENTAL ETHICS?</a:t>
            </a:r>
            <a:endParaRPr lang="en-PK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CBBF3-0E0C-A9BF-DF23-B0916AAFC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sz="3400" dirty="0"/>
          </a:p>
          <a:p>
            <a:r>
              <a:rPr lang="en-GB" sz="3400" dirty="0"/>
              <a:t>The moral relationship of human beings to and the value and moral status of the environment and its nonhuman content.</a:t>
            </a:r>
          </a:p>
          <a:p>
            <a:endParaRPr lang="en-GB" sz="3400" dirty="0"/>
          </a:p>
          <a:p>
            <a:r>
              <a:rPr lang="en-GB" sz="3400" dirty="0"/>
              <a:t>Study of the ethical basis of environment or discussion of the ethical basis of environmental protection .</a:t>
            </a:r>
            <a:endParaRPr lang="en-PK" sz="3400" dirty="0"/>
          </a:p>
        </p:txBody>
      </p:sp>
    </p:spTree>
    <p:extLst>
      <p:ext uri="{BB962C8B-B14F-4D97-AF65-F5344CB8AC3E}">
        <p14:creationId xmlns:p14="http://schemas.microsoft.com/office/powerpoint/2010/main" val="31466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F309A-0F99-D3F0-B390-EFD5C1ABA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u="sng" dirty="0"/>
              <a:t>WHY NEED OF STUDYING ENVIRONMENTAL ETHICS?</a:t>
            </a:r>
            <a:endParaRPr lang="en-PK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1BC84-DE6D-5C59-242B-1719B5CE4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dirty="0"/>
              <a:t>To overcome the following questions: </a:t>
            </a:r>
          </a:p>
          <a:p>
            <a:r>
              <a:rPr lang="en-GB" sz="4000" dirty="0"/>
              <a:t>What are the environment damage produce by the present generation?</a:t>
            </a:r>
          </a:p>
          <a:p>
            <a:r>
              <a:rPr lang="en-GB" sz="4000" dirty="0"/>
              <a:t>What acts must be give up to slow such damage?</a:t>
            </a:r>
            <a:endParaRPr lang="en-PK" sz="4000" dirty="0"/>
          </a:p>
        </p:txBody>
      </p:sp>
    </p:spTree>
    <p:extLst>
      <p:ext uri="{BB962C8B-B14F-4D97-AF65-F5344CB8AC3E}">
        <p14:creationId xmlns:p14="http://schemas.microsoft.com/office/powerpoint/2010/main" val="2727503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7F766-B650-60ED-F190-B84C3F099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/>
              <a:t>Environmental Damage:</a:t>
            </a:r>
            <a:br>
              <a:rPr lang="en-GB" b="1" u="sng" dirty="0"/>
            </a:br>
            <a:endParaRPr lang="en-PK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49E72-8A3A-E805-C807-4E80147E4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3200" dirty="0"/>
              <a:t>Pollution: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/>
              <a:t>Air pollution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/>
              <a:t>Water pollution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/>
              <a:t>Land pollution</a:t>
            </a:r>
          </a:p>
          <a:p>
            <a:pPr marL="514350" indent="-514350">
              <a:buFont typeface="+mj-lt"/>
              <a:buAutoNum type="arabicPeriod"/>
            </a:pPr>
            <a:endParaRPr lang="en-GB" sz="3200" dirty="0"/>
          </a:p>
          <a:p>
            <a:r>
              <a:rPr lang="en-GB" sz="3200" dirty="0"/>
              <a:t>Resource depletion: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/>
              <a:t>Depletion of Species &amp; Habits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200" dirty="0"/>
              <a:t>Depletion of Fossil fuels etc...</a:t>
            </a:r>
            <a:endParaRPr lang="en-PK" sz="3200" dirty="0"/>
          </a:p>
        </p:txBody>
      </p:sp>
    </p:spTree>
    <p:extLst>
      <p:ext uri="{BB962C8B-B14F-4D97-AF65-F5344CB8AC3E}">
        <p14:creationId xmlns:p14="http://schemas.microsoft.com/office/powerpoint/2010/main" val="714205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EF5B7-EA3D-A759-8649-4287A1CF2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/>
              <a:t>Environmental Ethics Principles:</a:t>
            </a:r>
            <a:endParaRPr lang="en-PK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636B1-B3D0-A5BE-9FC4-F302D1278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We should have profound respect for nature.</a:t>
            </a:r>
          </a:p>
          <a:p>
            <a:r>
              <a:rPr lang="en-GB" sz="3600" dirty="0"/>
              <a:t>We must maintain a harmonious relation with other species.</a:t>
            </a:r>
          </a:p>
          <a:p>
            <a:r>
              <a:rPr lang="en-GB" sz="3600" dirty="0"/>
              <a:t>Everyone should take responsibility for this impact on nature.</a:t>
            </a:r>
          </a:p>
          <a:p>
            <a:r>
              <a:rPr lang="en-GB" sz="3600" dirty="0"/>
              <a:t>Local &amp; indigenous environmental knowledge should be respected</a:t>
            </a:r>
          </a:p>
          <a:p>
            <a:r>
              <a:rPr lang="en-GB" sz="3600" dirty="0"/>
              <a:t>We must plan for the long term.</a:t>
            </a:r>
            <a:endParaRPr lang="en-PK" sz="3600" dirty="0"/>
          </a:p>
        </p:txBody>
      </p:sp>
    </p:spTree>
    <p:extLst>
      <p:ext uri="{BB962C8B-B14F-4D97-AF65-F5344CB8AC3E}">
        <p14:creationId xmlns:p14="http://schemas.microsoft.com/office/powerpoint/2010/main" val="681095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29F03-36D5-153C-39E4-781FFB06A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u="sng" dirty="0"/>
              <a:t>The Ethical Values for Pollution</a:t>
            </a:r>
            <a:br>
              <a:rPr lang="en-GB" b="1" u="sng" dirty="0"/>
            </a:br>
            <a:r>
              <a:rPr lang="en-GB" b="1" u="sng" dirty="0"/>
              <a:t>Control:</a:t>
            </a:r>
            <a:endParaRPr lang="en-PK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3EFBE-1111-D6EC-D273-3DAC84EA2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GB" dirty="0"/>
              <a:t>We should recognise our moral duty to protect the welfare not Only human beings, but also of other non-human parts of this system.</a:t>
            </a:r>
          </a:p>
          <a:p>
            <a:r>
              <a:rPr lang="en-GB" dirty="0"/>
              <a:t> Usefulness of non-human world for human purposes.</a:t>
            </a:r>
          </a:p>
          <a:p>
            <a:r>
              <a:rPr lang="en-GB" dirty="0"/>
              <a:t>Humans have no rights to reduce this richness &amp; diversity expect to satisfy vital needs.</a:t>
            </a:r>
          </a:p>
          <a:p>
            <a:r>
              <a:rPr lang="en-GB" dirty="0"/>
              <a:t> The ideological changes is mainly that of appreciating life quality, rather than to increase higher standard of living.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99711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97EC9-79B1-1BA7-5C38-6FB5E8A59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u="sng" dirty="0"/>
              <a:t>Ethical Values for Conserving </a:t>
            </a:r>
            <a:r>
              <a:rPr lang="en-GB" b="1" u="sng" dirty="0" err="1"/>
              <a:t>depletable</a:t>
            </a:r>
            <a:r>
              <a:rPr lang="en-GB" b="1" u="sng" dirty="0"/>
              <a:t> resources</a:t>
            </a:r>
            <a:endParaRPr lang="en-PK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EABF3-DA5F-4A8F-4AA8-7C03B5A4D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>
            <a:normAutofit/>
          </a:bodyPr>
          <a:lstStyle/>
          <a:p>
            <a:r>
              <a:rPr lang="en-GB" sz="3200" dirty="0"/>
              <a:t>Proper utilisation of resources i.e. the people should maintainEcological balance.</a:t>
            </a:r>
          </a:p>
          <a:p>
            <a:r>
              <a:rPr lang="en-GB" sz="3200" dirty="0"/>
              <a:t>We should adopt voluntary measures to conserve there sources.</a:t>
            </a:r>
          </a:p>
          <a:p>
            <a:r>
              <a:rPr lang="en-GB" sz="3200" dirty="0"/>
              <a:t>If we are to preserve enough scarce resources, so that future generation can maintain their quality of life at a satisfactory level.</a:t>
            </a:r>
            <a:endParaRPr lang="en-PK" sz="3200" dirty="0"/>
          </a:p>
        </p:txBody>
      </p:sp>
    </p:spTree>
    <p:extLst>
      <p:ext uri="{BB962C8B-B14F-4D97-AF65-F5344CB8AC3E}">
        <p14:creationId xmlns:p14="http://schemas.microsoft.com/office/powerpoint/2010/main" val="444686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Ethics and Social Responsibility </vt:lpstr>
      <vt:lpstr>LECTURE NO 3  “ENVIRONMENTAL ETHICS.”</vt:lpstr>
      <vt:lpstr>WHAT IS ENVIRONMENTAL ETHICS?</vt:lpstr>
      <vt:lpstr>WHY NEED OF STUDYING ENVIRONMENTAL ETHICS?</vt:lpstr>
      <vt:lpstr>Environmental Damage: </vt:lpstr>
      <vt:lpstr>Environmental Ethics Principles:</vt:lpstr>
      <vt:lpstr>The Ethical Values for Pollution Control:</vt:lpstr>
      <vt:lpstr>Ethical Values for Conserving depletable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Ethics and Social Responsibility </dc:title>
  <dc:creator>zobia bhadelia</dc:creator>
  <cp:lastModifiedBy>zobia bhadelia</cp:lastModifiedBy>
  <cp:revision>1</cp:revision>
  <dcterms:created xsi:type="dcterms:W3CDTF">2022-08-01T20:00:59Z</dcterms:created>
  <dcterms:modified xsi:type="dcterms:W3CDTF">2022-08-01T20:16:53Z</dcterms:modified>
</cp:coreProperties>
</file>